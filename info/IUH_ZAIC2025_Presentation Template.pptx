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3"/>
    <p:sldMasterId id="2147483662" r:id="rId4"/>
  </p:sldMasterIdLst>
  <p:notesMasterIdLst>
    <p:notesMasterId r:id="rId6"/>
  </p:notesMasterIdLst>
  <p:handoutMasterIdLst>
    <p:handoutMasterId r:id="rId7"/>
  </p:handoutMasterIdLst>
  <p:sldIdLst>
    <p:sldId id="259" r:id="rId5"/>
  </p:sldIdLst>
  <p:sldSz cx="30274895" cy="42803445"/>
  <p:notesSz cx="6858000" cy="9144000"/>
  <p:defaultTextStyle>
    <a:defPPr>
      <a:defRPr lang="en-US"/>
    </a:defPPr>
    <a:lvl1pPr marL="0" algn="l" defTabSz="4298315" rtl="0" eaLnBrk="1" latinLnBrk="0" hangingPunct="1">
      <a:defRPr sz="8500" kern="1200">
        <a:solidFill>
          <a:schemeClr val="tx1"/>
        </a:solidFill>
        <a:latin typeface="+mn-lt"/>
        <a:ea typeface="+mn-ea"/>
        <a:cs typeface="+mn-cs"/>
      </a:defRPr>
    </a:lvl1pPr>
    <a:lvl2pPr marL="2149475" algn="l" defTabSz="4298315" rtl="0" eaLnBrk="1" latinLnBrk="0" hangingPunct="1">
      <a:defRPr sz="8500" kern="1200">
        <a:solidFill>
          <a:schemeClr val="tx1"/>
        </a:solidFill>
        <a:latin typeface="+mn-lt"/>
        <a:ea typeface="+mn-ea"/>
        <a:cs typeface="+mn-cs"/>
      </a:defRPr>
    </a:lvl2pPr>
    <a:lvl3pPr marL="4298315" algn="l" defTabSz="4298315" rtl="0" eaLnBrk="1" latinLnBrk="0" hangingPunct="1">
      <a:defRPr sz="8500" kern="1200">
        <a:solidFill>
          <a:schemeClr val="tx1"/>
        </a:solidFill>
        <a:latin typeface="+mn-lt"/>
        <a:ea typeface="+mn-ea"/>
        <a:cs typeface="+mn-cs"/>
      </a:defRPr>
    </a:lvl3pPr>
    <a:lvl4pPr marL="6447790" algn="l" defTabSz="4298315" rtl="0" eaLnBrk="1" latinLnBrk="0" hangingPunct="1">
      <a:defRPr sz="8500" kern="1200">
        <a:solidFill>
          <a:schemeClr val="tx1"/>
        </a:solidFill>
        <a:latin typeface="+mn-lt"/>
        <a:ea typeface="+mn-ea"/>
        <a:cs typeface="+mn-cs"/>
      </a:defRPr>
    </a:lvl4pPr>
    <a:lvl5pPr marL="8596630" algn="l" defTabSz="4298315" rtl="0" eaLnBrk="1" latinLnBrk="0" hangingPunct="1">
      <a:defRPr sz="8500" kern="1200">
        <a:solidFill>
          <a:schemeClr val="tx1"/>
        </a:solidFill>
        <a:latin typeface="+mn-lt"/>
        <a:ea typeface="+mn-ea"/>
        <a:cs typeface="+mn-cs"/>
      </a:defRPr>
    </a:lvl5pPr>
    <a:lvl6pPr marL="10746105" algn="l" defTabSz="4298315" rtl="0" eaLnBrk="1" latinLnBrk="0" hangingPunct="1">
      <a:defRPr sz="8500" kern="1200">
        <a:solidFill>
          <a:schemeClr val="tx1"/>
        </a:solidFill>
        <a:latin typeface="+mn-lt"/>
        <a:ea typeface="+mn-ea"/>
        <a:cs typeface="+mn-cs"/>
      </a:defRPr>
    </a:lvl6pPr>
    <a:lvl7pPr marL="12894945" algn="l" defTabSz="4298315" rtl="0" eaLnBrk="1" latinLnBrk="0" hangingPunct="1">
      <a:defRPr sz="8500" kern="1200">
        <a:solidFill>
          <a:schemeClr val="tx1"/>
        </a:solidFill>
        <a:latin typeface="+mn-lt"/>
        <a:ea typeface="+mn-ea"/>
        <a:cs typeface="+mn-cs"/>
      </a:defRPr>
    </a:lvl7pPr>
    <a:lvl8pPr marL="15044420" algn="l" defTabSz="4298315" rtl="0" eaLnBrk="1" latinLnBrk="0" hangingPunct="1">
      <a:defRPr sz="8500" kern="1200">
        <a:solidFill>
          <a:schemeClr val="tx1"/>
        </a:solidFill>
        <a:latin typeface="+mn-lt"/>
        <a:ea typeface="+mn-ea"/>
        <a:cs typeface="+mn-cs"/>
      </a:defRPr>
    </a:lvl8pPr>
    <a:lvl9pPr marL="17193895" algn="l" defTabSz="4298315" rtl="0" eaLnBrk="1" latinLnBrk="0" hangingPunct="1">
      <a:defRPr sz="85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214" userDrawn="1">
          <p15:clr>
            <a:srgbClr val="A4A3A4"/>
          </p15:clr>
        </p15:guide>
        <p15:guide id="4" orient="horz" pos="0" userDrawn="1">
          <p15:clr>
            <a:srgbClr val="A4A3A4"/>
          </p15:clr>
        </p15:guide>
        <p15:guide id="5" pos="384" userDrawn="1">
          <p15:clr>
            <a:srgbClr val="A4A3A4"/>
          </p15:clr>
        </p15:guide>
        <p15:guide id="6" pos="1867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1A40"/>
    <a:srgbClr val="041A41"/>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391" autoAdjust="0"/>
    <p:restoredTop sz="94822" autoAdjust="0"/>
  </p:normalViewPr>
  <p:slideViewPr>
    <p:cSldViewPr snapToGrid="0" snapToObjects="1" showGuides="1">
      <p:cViewPr>
        <p:scale>
          <a:sx n="33" d="100"/>
          <a:sy n="33" d="100"/>
        </p:scale>
        <p:origin x="1860" y="-2388"/>
      </p:cViewPr>
      <p:guideLst>
        <p:guide orient="horz" pos="26214"/>
        <p:guide orient="horz"/>
        <p:guide pos="384"/>
        <p:guide pos="1867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74" d="100"/>
          <a:sy n="74" d="100"/>
        </p:scale>
        <p:origin x="2166" y="60"/>
      </p:cViewPr>
      <p:guideLst>
        <p:guide orient="horz" pos="2880"/>
        <p:guide pos="2158"/>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viewProps" Target="viewProps.xml"/><Relationship Id="rId8" Type="http://schemas.openxmlformats.org/officeDocument/2006/relationships/presProps" Target="presProps.xml"/><Relationship Id="rId7" Type="http://schemas.openxmlformats.org/officeDocument/2006/relationships/handoutMaster" Target="handoutMasters/handoutMaster1.xml"/><Relationship Id="rId6" Type="http://schemas.openxmlformats.org/officeDocument/2006/relationships/notesMaster" Target="notesMasters/notesMaster1.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 Type="http://schemas.openxmlformats.org/officeDocument/2006/relationships/theme" Target="theme/theme1.xml"/><Relationship Id="rId11" Type="http://schemas.openxmlformats.org/officeDocument/2006/relationships/commentAuthors" Target="commentAuthors.xml"/><Relationship Id="rId10" Type="http://schemas.openxmlformats.org/officeDocument/2006/relationships/tableStyles" Target="tableStyles.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fld>
            <a:endParaRPr lang="en-US" dirty="0"/>
          </a:p>
        </p:txBody>
      </p:sp>
      <p:sp>
        <p:nvSpPr>
          <p:cNvPr id="4" name="Slide Image Placeholder 3"/>
          <p:cNvSpPr>
            <a:spLocks noGrp="1" noRot="1" noChangeAspect="1"/>
          </p:cNvSpPr>
          <p:nvPr>
            <p:ph type="sldImg" idx="2"/>
          </p:nvPr>
        </p:nvSpPr>
        <p:spPr>
          <a:xfrm>
            <a:off x="2216150" y="685800"/>
            <a:ext cx="24257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fld>
            <a:endParaRPr lang="en-US" dirty="0"/>
          </a:p>
        </p:txBody>
      </p:sp>
    </p:spTree>
  </p:cSld>
  <p:clrMap bg1="lt1" tx1="dk1" bg2="lt2" tx2="dk2" accent1="accent1" accent2="accent2" accent3="accent3" accent4="accent4" accent5="accent5" accent6="accent6" hlink="hlink" folHlink="folHlink"/>
  <p:notesStyle>
    <a:lvl1pPr marL="0" algn="l" defTabSz="4298315" rtl="0" eaLnBrk="1" latinLnBrk="0" hangingPunct="1">
      <a:defRPr sz="5800" kern="1200">
        <a:solidFill>
          <a:schemeClr val="tx1"/>
        </a:solidFill>
        <a:latin typeface="+mn-lt"/>
        <a:ea typeface="+mn-ea"/>
        <a:cs typeface="+mn-cs"/>
      </a:defRPr>
    </a:lvl1pPr>
    <a:lvl2pPr marL="2149475" algn="l" defTabSz="4298315" rtl="0" eaLnBrk="1" latinLnBrk="0" hangingPunct="1">
      <a:defRPr sz="5800" kern="1200">
        <a:solidFill>
          <a:schemeClr val="tx1"/>
        </a:solidFill>
        <a:latin typeface="+mn-lt"/>
        <a:ea typeface="+mn-ea"/>
        <a:cs typeface="+mn-cs"/>
      </a:defRPr>
    </a:lvl2pPr>
    <a:lvl3pPr marL="4298315" algn="l" defTabSz="4298315" rtl="0" eaLnBrk="1" latinLnBrk="0" hangingPunct="1">
      <a:defRPr sz="5800" kern="1200">
        <a:solidFill>
          <a:schemeClr val="tx1"/>
        </a:solidFill>
        <a:latin typeface="+mn-lt"/>
        <a:ea typeface="+mn-ea"/>
        <a:cs typeface="+mn-cs"/>
      </a:defRPr>
    </a:lvl3pPr>
    <a:lvl4pPr marL="6447790" algn="l" defTabSz="4298315" rtl="0" eaLnBrk="1" latinLnBrk="0" hangingPunct="1">
      <a:defRPr sz="5800" kern="1200">
        <a:solidFill>
          <a:schemeClr val="tx1"/>
        </a:solidFill>
        <a:latin typeface="+mn-lt"/>
        <a:ea typeface="+mn-ea"/>
        <a:cs typeface="+mn-cs"/>
      </a:defRPr>
    </a:lvl4pPr>
    <a:lvl5pPr marL="8596630" algn="l" defTabSz="4298315" rtl="0" eaLnBrk="1" latinLnBrk="0" hangingPunct="1">
      <a:defRPr sz="5800" kern="1200">
        <a:solidFill>
          <a:schemeClr val="tx1"/>
        </a:solidFill>
        <a:latin typeface="+mn-lt"/>
        <a:ea typeface="+mn-ea"/>
        <a:cs typeface="+mn-cs"/>
      </a:defRPr>
    </a:lvl5pPr>
    <a:lvl6pPr marL="10746105" algn="l" defTabSz="4298315" rtl="0" eaLnBrk="1" latinLnBrk="0" hangingPunct="1">
      <a:defRPr sz="5800" kern="1200">
        <a:solidFill>
          <a:schemeClr val="tx1"/>
        </a:solidFill>
        <a:latin typeface="+mn-lt"/>
        <a:ea typeface="+mn-ea"/>
        <a:cs typeface="+mn-cs"/>
      </a:defRPr>
    </a:lvl6pPr>
    <a:lvl7pPr marL="12894945" algn="l" defTabSz="4298315" rtl="0" eaLnBrk="1" latinLnBrk="0" hangingPunct="1">
      <a:defRPr sz="5800" kern="1200">
        <a:solidFill>
          <a:schemeClr val="tx1"/>
        </a:solidFill>
        <a:latin typeface="+mn-lt"/>
        <a:ea typeface="+mn-ea"/>
        <a:cs typeface="+mn-cs"/>
      </a:defRPr>
    </a:lvl7pPr>
    <a:lvl8pPr marL="15044420" algn="l" defTabSz="4298315" rtl="0" eaLnBrk="1" latinLnBrk="0" hangingPunct="1">
      <a:defRPr sz="5800" kern="1200">
        <a:solidFill>
          <a:schemeClr val="tx1"/>
        </a:solidFill>
        <a:latin typeface="+mn-lt"/>
        <a:ea typeface="+mn-ea"/>
        <a:cs typeface="+mn-cs"/>
      </a:defRPr>
    </a:lvl8pPr>
    <a:lvl9pPr marL="17193895" algn="l" defTabSz="4298315" rtl="0" eaLnBrk="1" latinLnBrk="0" hangingPunct="1">
      <a:defRPr sz="5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6A1A87D-CAF7-4BDC-A0D3-C0DBEDE81619}" type="slidenum">
              <a:rPr lang="en-US" smtClean="0"/>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00CMx140CM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623691" y="6351522"/>
            <a:ext cx="14299153" cy="897605"/>
          </a:xfrm>
          <a:prstGeom prst="rect">
            <a:avLst/>
          </a:prstGeom>
        </p:spPr>
        <p:txBody>
          <a:bodyPr wrap="square" lIns="223877" tIns="223877" rIns="223877" bIns="223877" anchor="t" anchorCtr="0">
            <a:spAutoFit/>
          </a:bodyPr>
          <a:lstStyle>
            <a:lvl1pPr marL="0" indent="0">
              <a:buNone/>
              <a:defRPr sz="2800">
                <a:solidFill>
                  <a:schemeClr val="accent5">
                    <a:lumMod val="50000"/>
                  </a:schemeClr>
                </a:solidFill>
                <a:latin typeface="Century Gothic" panose="020B0502020202020204" pitchFamily="34" charset="0"/>
                <a:cs typeface="Times New Roman" panose="02020603050405020304" pitchFamily="18" charset="0"/>
              </a:defRPr>
            </a:lvl1pPr>
            <a:lvl2pPr marL="1455420" indent="-559435">
              <a:defRPr sz="2500">
                <a:latin typeface="Trebuchet MS" panose="020B0603020202020204" pitchFamily="34" charset="0"/>
              </a:defRPr>
            </a:lvl2pPr>
            <a:lvl3pPr marL="2014855" indent="-559435">
              <a:defRPr sz="2500">
                <a:latin typeface="Trebuchet MS" panose="020B0603020202020204" pitchFamily="34" charset="0"/>
              </a:defRPr>
            </a:lvl3pPr>
            <a:lvl4pPr marL="2630805" indent="-615950">
              <a:defRPr sz="2500">
                <a:latin typeface="Trebuchet MS" panose="020B0603020202020204" pitchFamily="34" charset="0"/>
              </a:defRPr>
            </a:lvl4pPr>
            <a:lvl5pPr marL="3078480" indent="-447675">
              <a:defRPr sz="2500">
                <a:latin typeface="Trebuchet MS" panose="020B0603020202020204" pitchFamily="34" charset="0"/>
              </a:defRPr>
            </a:lvl5pPr>
          </a:lstStyle>
          <a:p>
            <a:pPr lvl="0"/>
            <a:r>
              <a:rPr lang="en-US" dirty="0"/>
              <a:t>Type in or paste your text here</a:t>
            </a:r>
            <a:endParaRPr lang="en-US" dirty="0"/>
          </a:p>
        </p:txBody>
      </p:sp>
      <p:sp>
        <p:nvSpPr>
          <p:cNvPr id="6" name="Text Placeholder 5"/>
          <p:cNvSpPr>
            <a:spLocks noGrp="1"/>
          </p:cNvSpPr>
          <p:nvPr>
            <p:ph type="body" sz="quarter" idx="11" hasCustomPrompt="1"/>
          </p:nvPr>
        </p:nvSpPr>
        <p:spPr>
          <a:xfrm>
            <a:off x="636213" y="5612596"/>
            <a:ext cx="14287866" cy="734849"/>
          </a:xfrm>
          <a:prstGeom prst="rect">
            <a:avLst/>
          </a:prstGeom>
          <a:solidFill>
            <a:schemeClr val="accent5">
              <a:lumMod val="50000"/>
            </a:schemeClr>
          </a:solidFill>
        </p:spPr>
        <p:txBody>
          <a:bodyPr wrap="square" lIns="89551" tIns="89551" rIns="89551" bIns="89551" anchor="t" anchorCtr="0">
            <a:spAutoFit/>
          </a:bodyPr>
          <a:lstStyle>
            <a:lvl1pPr marL="0" indent="0" algn="ctr">
              <a:buNone/>
              <a:defRPr sz="3600" b="1" u="none" baseline="0">
                <a:solidFill>
                  <a:schemeClr val="bg1"/>
                </a:solidFill>
                <a:latin typeface="Century Gothic" panose="020B0502020202020204" pitchFamily="34" charset="0"/>
              </a:defRPr>
            </a:lvl1pPr>
          </a:lstStyle>
          <a:p>
            <a:pPr lvl="0"/>
            <a:r>
              <a:rPr lang="en-US" dirty="0"/>
              <a:t>(click to edit) INTRODUCTION or ABSTRACT</a:t>
            </a:r>
            <a:endParaRPr lang="en-US" dirty="0"/>
          </a:p>
        </p:txBody>
      </p:sp>
      <p:sp>
        <p:nvSpPr>
          <p:cNvPr id="20" name="Text Placeholder 5"/>
          <p:cNvSpPr>
            <a:spLocks noGrp="1"/>
          </p:cNvSpPr>
          <p:nvPr>
            <p:ph type="body" sz="quarter" idx="20" hasCustomPrompt="1"/>
          </p:nvPr>
        </p:nvSpPr>
        <p:spPr>
          <a:xfrm>
            <a:off x="623691" y="12033998"/>
            <a:ext cx="14291358" cy="734849"/>
          </a:xfrm>
          <a:prstGeom prst="rect">
            <a:avLst/>
          </a:prstGeom>
          <a:solidFill>
            <a:schemeClr val="accent5">
              <a:lumMod val="50000"/>
            </a:schemeClr>
          </a:solidFill>
        </p:spPr>
        <p:txBody>
          <a:bodyPr wrap="square" lIns="89551" tIns="89551" rIns="89551" bIns="89551" anchor="t" anchorCtr="0">
            <a:spAutoFit/>
          </a:bodyPr>
          <a:lstStyle>
            <a:lvl1pPr marL="0" indent="0" algn="ctr">
              <a:buNone/>
              <a:defRPr sz="3600" b="1" u="none" baseline="0">
                <a:solidFill>
                  <a:schemeClr val="bg1"/>
                </a:solidFill>
                <a:latin typeface="Century Gothic" panose="020B0502020202020204" pitchFamily="34" charset="0"/>
              </a:defRPr>
            </a:lvl1pPr>
          </a:lstStyle>
          <a:p>
            <a:pPr lvl="0"/>
            <a:r>
              <a:rPr lang="en-US" dirty="0"/>
              <a:t>(click to edit)  OBJECTIVES</a:t>
            </a:r>
            <a:endParaRPr lang="en-US" dirty="0"/>
          </a:p>
        </p:txBody>
      </p:sp>
      <p:sp>
        <p:nvSpPr>
          <p:cNvPr id="25" name="Text Placeholder 5"/>
          <p:cNvSpPr>
            <a:spLocks noGrp="1"/>
          </p:cNvSpPr>
          <p:nvPr>
            <p:ph type="body" sz="quarter" idx="25" hasCustomPrompt="1"/>
          </p:nvPr>
        </p:nvSpPr>
        <p:spPr>
          <a:xfrm>
            <a:off x="15353328" y="5612596"/>
            <a:ext cx="14287682" cy="734849"/>
          </a:xfrm>
          <a:prstGeom prst="rect">
            <a:avLst/>
          </a:prstGeom>
          <a:solidFill>
            <a:schemeClr val="accent5">
              <a:lumMod val="50000"/>
            </a:schemeClr>
          </a:solidFill>
        </p:spPr>
        <p:txBody>
          <a:bodyPr wrap="square" lIns="89551" tIns="89551" rIns="89551" bIns="89551" anchor="t" anchorCtr="0">
            <a:spAutoFit/>
          </a:bodyPr>
          <a:lstStyle>
            <a:lvl1pPr marL="0" indent="0" algn="ctr">
              <a:buNone/>
              <a:defRPr sz="3600" b="1" u="none" baseline="0">
                <a:solidFill>
                  <a:schemeClr val="bg1"/>
                </a:solidFill>
                <a:latin typeface="Century Gothic" panose="020B0502020202020204" pitchFamily="34" charset="0"/>
              </a:defRPr>
            </a:lvl1pPr>
          </a:lstStyle>
          <a:p>
            <a:pPr lvl="0"/>
            <a:r>
              <a:rPr lang="en-US" dirty="0"/>
              <a:t>(click to edit)  CONCLUSIONS</a:t>
            </a:r>
            <a:endParaRPr lang="en-US" dirty="0"/>
          </a:p>
        </p:txBody>
      </p:sp>
      <p:sp>
        <p:nvSpPr>
          <p:cNvPr id="26" name="Text Placeholder 3"/>
          <p:cNvSpPr>
            <a:spLocks noGrp="1"/>
          </p:cNvSpPr>
          <p:nvPr>
            <p:ph type="body" sz="quarter" idx="26" hasCustomPrompt="1"/>
          </p:nvPr>
        </p:nvSpPr>
        <p:spPr>
          <a:xfrm>
            <a:off x="15353328" y="6351522"/>
            <a:ext cx="14287682" cy="897605"/>
          </a:xfrm>
          <a:prstGeom prst="rect">
            <a:avLst/>
          </a:prstGeom>
        </p:spPr>
        <p:txBody>
          <a:bodyPr wrap="square" lIns="223877" tIns="223877" rIns="223877" bIns="223877" anchor="t" anchorCtr="0">
            <a:spAutoFit/>
          </a:bodyPr>
          <a:lstStyle>
            <a:lvl1pPr marL="0" indent="0">
              <a:buNone/>
              <a:defRPr sz="2800">
                <a:solidFill>
                  <a:schemeClr val="accent5">
                    <a:lumMod val="50000"/>
                  </a:schemeClr>
                </a:solidFill>
                <a:latin typeface="Century Gothic" panose="020B0502020202020204" pitchFamily="34" charset="0"/>
                <a:cs typeface="Times New Roman" panose="02020603050405020304" pitchFamily="18" charset="0"/>
              </a:defRPr>
            </a:lvl1pPr>
            <a:lvl2pPr marL="1455420" indent="-559435">
              <a:defRPr sz="2500">
                <a:latin typeface="Trebuchet MS" panose="020B0603020202020204" pitchFamily="34" charset="0"/>
              </a:defRPr>
            </a:lvl2pPr>
            <a:lvl3pPr marL="2014855" indent="-559435">
              <a:defRPr sz="2500">
                <a:latin typeface="Trebuchet MS" panose="020B0603020202020204" pitchFamily="34" charset="0"/>
              </a:defRPr>
            </a:lvl3pPr>
            <a:lvl4pPr marL="2630805" indent="-615950">
              <a:defRPr sz="2500">
                <a:latin typeface="Trebuchet MS" panose="020B0603020202020204" pitchFamily="34" charset="0"/>
              </a:defRPr>
            </a:lvl4pPr>
            <a:lvl5pPr marL="3078480" indent="-447675">
              <a:defRPr sz="2500">
                <a:latin typeface="Trebuchet MS" panose="020B0603020202020204" pitchFamily="34" charset="0"/>
              </a:defRPr>
            </a:lvl5pPr>
          </a:lstStyle>
          <a:p>
            <a:pPr lvl="0"/>
            <a:r>
              <a:rPr lang="en-US" dirty="0"/>
              <a:t>Type in or paste your text here</a:t>
            </a:r>
            <a:endParaRPr lang="en-US" dirty="0"/>
          </a:p>
        </p:txBody>
      </p:sp>
      <p:sp>
        <p:nvSpPr>
          <p:cNvPr id="27" name="Text Placeholder 5"/>
          <p:cNvSpPr>
            <a:spLocks noGrp="1"/>
          </p:cNvSpPr>
          <p:nvPr>
            <p:ph type="body" sz="quarter" idx="27" hasCustomPrompt="1"/>
          </p:nvPr>
        </p:nvSpPr>
        <p:spPr>
          <a:xfrm>
            <a:off x="15143082" y="30764007"/>
            <a:ext cx="14283756" cy="734849"/>
          </a:xfrm>
          <a:prstGeom prst="rect">
            <a:avLst/>
          </a:prstGeom>
          <a:solidFill>
            <a:schemeClr val="accent5">
              <a:lumMod val="50000"/>
            </a:schemeClr>
          </a:solidFill>
        </p:spPr>
        <p:txBody>
          <a:bodyPr wrap="square" lIns="89551" tIns="89551" rIns="89551" bIns="89551" anchor="t" anchorCtr="0">
            <a:spAutoFit/>
          </a:bodyPr>
          <a:lstStyle>
            <a:lvl1pPr marL="0" indent="0" algn="ctr">
              <a:buNone/>
              <a:defRPr sz="3600" b="1" u="none" baseline="0">
                <a:solidFill>
                  <a:schemeClr val="bg1"/>
                </a:solidFill>
                <a:latin typeface="Century Gothic" panose="020B0502020202020204" pitchFamily="34" charset="0"/>
              </a:defRPr>
            </a:lvl1pPr>
          </a:lstStyle>
          <a:p>
            <a:pPr lvl="0"/>
            <a:r>
              <a:rPr lang="en-US" dirty="0"/>
              <a:t>(click to edit)  REFERENCES</a:t>
            </a:r>
            <a:endParaRPr lang="en-US" dirty="0"/>
          </a:p>
        </p:txBody>
      </p:sp>
      <p:sp>
        <p:nvSpPr>
          <p:cNvPr id="28" name="Text Placeholder 3"/>
          <p:cNvSpPr>
            <a:spLocks noGrp="1"/>
          </p:cNvSpPr>
          <p:nvPr>
            <p:ph type="body" sz="quarter" idx="28" hasCustomPrompt="1"/>
          </p:nvPr>
        </p:nvSpPr>
        <p:spPr>
          <a:xfrm>
            <a:off x="15137606" y="31557290"/>
            <a:ext cx="14289232" cy="897605"/>
          </a:xfrm>
          <a:prstGeom prst="rect">
            <a:avLst/>
          </a:prstGeom>
        </p:spPr>
        <p:txBody>
          <a:bodyPr wrap="square" lIns="223877" tIns="223877" rIns="223877" bIns="223877" anchor="t" anchorCtr="0">
            <a:spAutoFit/>
          </a:bodyPr>
          <a:lstStyle>
            <a:lvl1pPr marL="0" indent="0">
              <a:buNone/>
              <a:defRPr sz="2800">
                <a:solidFill>
                  <a:schemeClr val="accent5">
                    <a:lumMod val="50000"/>
                  </a:schemeClr>
                </a:solidFill>
                <a:latin typeface="Century Gothic" panose="020B0502020202020204" pitchFamily="34" charset="0"/>
                <a:cs typeface="Times New Roman" panose="02020603050405020304" pitchFamily="18" charset="0"/>
              </a:defRPr>
            </a:lvl1pPr>
            <a:lvl2pPr marL="1455420" indent="-559435">
              <a:defRPr sz="2500">
                <a:latin typeface="Trebuchet MS" panose="020B0603020202020204" pitchFamily="34" charset="0"/>
              </a:defRPr>
            </a:lvl2pPr>
            <a:lvl3pPr marL="2014855" indent="-559435">
              <a:defRPr sz="2500">
                <a:latin typeface="Trebuchet MS" panose="020B0603020202020204" pitchFamily="34" charset="0"/>
              </a:defRPr>
            </a:lvl3pPr>
            <a:lvl4pPr marL="2630805" indent="-615950">
              <a:defRPr sz="2500">
                <a:latin typeface="Trebuchet MS" panose="020B0603020202020204" pitchFamily="34" charset="0"/>
              </a:defRPr>
            </a:lvl4pPr>
            <a:lvl5pPr marL="3078480" indent="-447675">
              <a:defRPr sz="2500">
                <a:latin typeface="Trebuchet MS" panose="020B0603020202020204" pitchFamily="34" charset="0"/>
              </a:defRPr>
            </a:lvl5pPr>
          </a:lstStyle>
          <a:p>
            <a:pPr lvl="0"/>
            <a:r>
              <a:rPr lang="en-US" dirty="0"/>
              <a:t>Type in or paste your text here</a:t>
            </a:r>
            <a:endParaRPr lang="en-US" dirty="0"/>
          </a:p>
        </p:txBody>
      </p:sp>
      <p:sp>
        <p:nvSpPr>
          <p:cNvPr id="29" name="Text Placeholder 5"/>
          <p:cNvSpPr>
            <a:spLocks noGrp="1"/>
          </p:cNvSpPr>
          <p:nvPr>
            <p:ph type="body" sz="quarter" idx="29" hasCustomPrompt="1"/>
          </p:nvPr>
        </p:nvSpPr>
        <p:spPr>
          <a:xfrm>
            <a:off x="15369879" y="38373782"/>
            <a:ext cx="14276605" cy="734849"/>
          </a:xfrm>
          <a:prstGeom prst="rect">
            <a:avLst/>
          </a:prstGeom>
          <a:solidFill>
            <a:schemeClr val="accent5">
              <a:lumMod val="50000"/>
            </a:schemeClr>
          </a:solidFill>
        </p:spPr>
        <p:txBody>
          <a:bodyPr wrap="square" lIns="89551" tIns="89551" rIns="89551" bIns="89551" anchor="t" anchorCtr="0">
            <a:spAutoFit/>
          </a:bodyPr>
          <a:lstStyle>
            <a:lvl1pPr marL="0" indent="0" algn="ctr">
              <a:buNone/>
              <a:defRPr sz="3600" b="1" u="none" baseline="0">
                <a:solidFill>
                  <a:schemeClr val="bg1"/>
                </a:solidFill>
                <a:latin typeface="Century Gothic" panose="020B0502020202020204" pitchFamily="34" charset="0"/>
              </a:defRPr>
            </a:lvl1pPr>
          </a:lstStyle>
          <a:p>
            <a:pPr lvl="0"/>
            <a:r>
              <a:rPr lang="en-US" dirty="0"/>
              <a:t>(click to edit)  ACKNOWLEDGEMENTS or  CONTACT</a:t>
            </a:r>
            <a:endParaRPr lang="en-US" dirty="0"/>
          </a:p>
        </p:txBody>
      </p:sp>
      <p:sp>
        <p:nvSpPr>
          <p:cNvPr id="30" name="Text Placeholder 3"/>
          <p:cNvSpPr>
            <a:spLocks noGrp="1"/>
          </p:cNvSpPr>
          <p:nvPr>
            <p:ph type="body" sz="quarter" idx="30" hasCustomPrompt="1"/>
          </p:nvPr>
        </p:nvSpPr>
        <p:spPr>
          <a:xfrm>
            <a:off x="15358804" y="39187065"/>
            <a:ext cx="14283756" cy="897605"/>
          </a:xfrm>
          <a:prstGeom prst="rect">
            <a:avLst/>
          </a:prstGeom>
        </p:spPr>
        <p:txBody>
          <a:bodyPr wrap="square" lIns="223877" tIns="223877" rIns="223877" bIns="223877" anchor="t" anchorCtr="0">
            <a:spAutoFit/>
          </a:bodyPr>
          <a:lstStyle>
            <a:lvl1pPr marL="0" indent="0">
              <a:buNone/>
              <a:defRPr sz="2800">
                <a:solidFill>
                  <a:schemeClr val="accent5">
                    <a:lumMod val="50000"/>
                  </a:schemeClr>
                </a:solidFill>
                <a:latin typeface="Century Gothic" panose="020B0502020202020204" pitchFamily="34" charset="0"/>
                <a:cs typeface="Times New Roman" panose="02020603050405020304" pitchFamily="18" charset="0"/>
              </a:defRPr>
            </a:lvl1pPr>
            <a:lvl2pPr marL="1455420" indent="-559435">
              <a:defRPr sz="2500">
                <a:latin typeface="Trebuchet MS" panose="020B0603020202020204" pitchFamily="34" charset="0"/>
              </a:defRPr>
            </a:lvl2pPr>
            <a:lvl3pPr marL="2014855" indent="-559435">
              <a:defRPr sz="2500">
                <a:latin typeface="Trebuchet MS" panose="020B0603020202020204" pitchFamily="34" charset="0"/>
              </a:defRPr>
            </a:lvl3pPr>
            <a:lvl4pPr marL="2630805" indent="-615950">
              <a:defRPr sz="2500">
                <a:latin typeface="Trebuchet MS" panose="020B0603020202020204" pitchFamily="34" charset="0"/>
              </a:defRPr>
            </a:lvl4pPr>
            <a:lvl5pPr marL="3078480" indent="-447675">
              <a:defRPr sz="2500">
                <a:latin typeface="Trebuchet MS" panose="020B0603020202020204" pitchFamily="34" charset="0"/>
              </a:defRPr>
            </a:lvl5pPr>
          </a:lstStyle>
          <a:p>
            <a:pPr lvl="0"/>
            <a:r>
              <a:rPr lang="en-US" dirty="0"/>
              <a:t>Type in or paste your text here</a:t>
            </a:r>
            <a:endParaRPr lang="en-US" dirty="0"/>
          </a:p>
        </p:txBody>
      </p:sp>
      <p:sp>
        <p:nvSpPr>
          <p:cNvPr id="60" name="Text Placeholder 3"/>
          <p:cNvSpPr>
            <a:spLocks noGrp="1"/>
          </p:cNvSpPr>
          <p:nvPr>
            <p:ph type="body" sz="quarter" idx="96" hasCustomPrompt="1"/>
          </p:nvPr>
        </p:nvSpPr>
        <p:spPr>
          <a:xfrm>
            <a:off x="611171" y="12829142"/>
            <a:ext cx="14300387" cy="897605"/>
          </a:xfrm>
          <a:prstGeom prst="rect">
            <a:avLst/>
          </a:prstGeom>
        </p:spPr>
        <p:txBody>
          <a:bodyPr wrap="square" lIns="223877" tIns="223877" rIns="223877" bIns="223877" anchor="t" anchorCtr="0">
            <a:spAutoFit/>
          </a:bodyPr>
          <a:lstStyle>
            <a:lvl1pPr marL="0" indent="0">
              <a:buNone/>
              <a:defRPr sz="2800">
                <a:solidFill>
                  <a:schemeClr val="accent5">
                    <a:lumMod val="50000"/>
                  </a:schemeClr>
                </a:solidFill>
                <a:latin typeface="Century Gothic" panose="020B0502020202020204" pitchFamily="34" charset="0"/>
                <a:cs typeface="Times New Roman" panose="02020603050405020304" pitchFamily="18" charset="0"/>
              </a:defRPr>
            </a:lvl1pPr>
            <a:lvl2pPr marL="1455420" indent="-559435">
              <a:defRPr sz="2500">
                <a:latin typeface="Trebuchet MS" panose="020B0603020202020204" pitchFamily="34" charset="0"/>
              </a:defRPr>
            </a:lvl2pPr>
            <a:lvl3pPr marL="2014855" indent="-559435">
              <a:defRPr sz="2500">
                <a:latin typeface="Trebuchet MS" panose="020B0603020202020204" pitchFamily="34" charset="0"/>
              </a:defRPr>
            </a:lvl3pPr>
            <a:lvl4pPr marL="2630805" indent="-615950">
              <a:defRPr sz="2500">
                <a:latin typeface="Trebuchet MS" panose="020B0603020202020204" pitchFamily="34" charset="0"/>
              </a:defRPr>
            </a:lvl4pPr>
            <a:lvl5pPr marL="3078480" indent="-447675">
              <a:defRPr sz="2500">
                <a:latin typeface="Trebuchet MS" panose="020B0603020202020204" pitchFamily="34" charset="0"/>
              </a:defRPr>
            </a:lvl5pPr>
          </a:lstStyle>
          <a:p>
            <a:pPr lvl="0"/>
            <a:r>
              <a:rPr lang="en-US" dirty="0"/>
              <a:t>Type in or paste your text here</a:t>
            </a:r>
            <a:endParaRPr lang="en-US" dirty="0"/>
          </a:p>
        </p:txBody>
      </p:sp>
      <p:sp>
        <p:nvSpPr>
          <p:cNvPr id="76" name="Text Placeholder 76"/>
          <p:cNvSpPr>
            <a:spLocks noGrp="1"/>
          </p:cNvSpPr>
          <p:nvPr>
            <p:ph type="body" sz="quarter" idx="150" hasCustomPrompt="1"/>
          </p:nvPr>
        </p:nvSpPr>
        <p:spPr>
          <a:xfrm>
            <a:off x="4306619" y="4022005"/>
            <a:ext cx="22093415" cy="632103"/>
          </a:xfrm>
          <a:prstGeom prst="rect">
            <a:avLst/>
          </a:prstGeom>
        </p:spPr>
        <p:txBody>
          <a:bodyPr lIns="77349" tIns="38675" rIns="77349" bIns="38675" anchor="t" anchorCtr="0">
            <a:spAutoFit/>
          </a:bodyPr>
          <a:lstStyle>
            <a:lvl1pPr marL="0" indent="0" algn="ctr">
              <a:buFontTx/>
              <a:buNone/>
              <a:defRPr sz="3600">
                <a:solidFill>
                  <a:schemeClr val="bg1"/>
                </a:solidFill>
                <a:latin typeface="Century Gothic" panose="020B0502020202020204" pitchFamily="34" charset="0"/>
              </a:defRPr>
            </a:lvl1pPr>
            <a:lvl2pPr>
              <a:buFontTx/>
              <a:buNone/>
              <a:defRPr sz="6100"/>
            </a:lvl2pPr>
            <a:lvl3pPr>
              <a:buFontTx/>
              <a:buNone/>
              <a:defRPr sz="6100"/>
            </a:lvl3pPr>
            <a:lvl4pPr>
              <a:buFontTx/>
              <a:buNone/>
              <a:defRPr sz="6100"/>
            </a:lvl4pPr>
            <a:lvl5pPr>
              <a:buFontTx/>
              <a:buNone/>
              <a:defRPr sz="6100"/>
            </a:lvl5pPr>
          </a:lstStyle>
          <a:p>
            <a:pPr lvl="0"/>
            <a:r>
              <a:rPr lang="en-US" dirty="0"/>
              <a:t>Click here to add affiliations</a:t>
            </a:r>
            <a:endParaRPr lang="en-US" dirty="0"/>
          </a:p>
        </p:txBody>
      </p:sp>
      <p:sp>
        <p:nvSpPr>
          <p:cNvPr id="79" name="Text Placeholder 76"/>
          <p:cNvSpPr>
            <a:spLocks noGrp="1"/>
          </p:cNvSpPr>
          <p:nvPr>
            <p:ph type="body" sz="quarter" idx="151" hasCustomPrompt="1"/>
          </p:nvPr>
        </p:nvSpPr>
        <p:spPr>
          <a:xfrm>
            <a:off x="4306619" y="2985687"/>
            <a:ext cx="22093415" cy="816769"/>
          </a:xfrm>
          <a:prstGeom prst="rect">
            <a:avLst/>
          </a:prstGeom>
        </p:spPr>
        <p:txBody>
          <a:bodyPr lIns="77349" tIns="38675" rIns="77349" bIns="38675" anchor="t" anchorCtr="0">
            <a:spAutoFit/>
          </a:bodyPr>
          <a:lstStyle>
            <a:lvl1pPr marL="0" indent="0" algn="ctr">
              <a:buFontTx/>
              <a:buNone/>
              <a:defRPr sz="4800">
                <a:solidFill>
                  <a:schemeClr val="bg1"/>
                </a:solidFill>
                <a:latin typeface="Century Gothic" panose="020B0502020202020204" pitchFamily="34" charset="0"/>
              </a:defRPr>
            </a:lvl1pPr>
            <a:lvl2pPr>
              <a:buFontTx/>
              <a:buNone/>
              <a:defRPr sz="6100"/>
            </a:lvl2pPr>
            <a:lvl3pPr>
              <a:buFontTx/>
              <a:buNone/>
              <a:defRPr sz="6100"/>
            </a:lvl3pPr>
            <a:lvl4pPr>
              <a:buFontTx/>
              <a:buNone/>
              <a:defRPr sz="6100"/>
            </a:lvl4pPr>
            <a:lvl5pPr>
              <a:buFontTx/>
              <a:buNone/>
              <a:defRPr sz="6100"/>
            </a:lvl5pPr>
          </a:lstStyle>
          <a:p>
            <a:pPr lvl="0"/>
            <a:r>
              <a:rPr lang="en-US" dirty="0"/>
              <a:t>Click here to add authors</a:t>
            </a:r>
            <a:endParaRPr lang="en-US" dirty="0"/>
          </a:p>
        </p:txBody>
      </p:sp>
      <p:sp>
        <p:nvSpPr>
          <p:cNvPr id="80" name="Text Placeholder 76"/>
          <p:cNvSpPr>
            <a:spLocks noGrp="1"/>
          </p:cNvSpPr>
          <p:nvPr>
            <p:ph type="body" sz="quarter" idx="153" hasCustomPrompt="1"/>
          </p:nvPr>
        </p:nvSpPr>
        <p:spPr>
          <a:xfrm>
            <a:off x="4306620" y="1786214"/>
            <a:ext cx="22093415" cy="1186101"/>
          </a:xfrm>
          <a:prstGeom prst="rect">
            <a:avLst/>
          </a:prstGeom>
        </p:spPr>
        <p:txBody>
          <a:bodyPr lIns="77349" tIns="38675" rIns="77349" bIns="38675" anchor="t" anchorCtr="0">
            <a:spAutoFit/>
          </a:bodyPr>
          <a:lstStyle>
            <a:lvl1pPr marL="0" indent="0" algn="ctr">
              <a:buFontTx/>
              <a:buNone/>
              <a:defRPr sz="7200" b="1">
                <a:solidFill>
                  <a:schemeClr val="bg1"/>
                </a:solidFill>
                <a:latin typeface="Century Gothic" panose="020B0502020202020204" pitchFamily="34" charset="0"/>
              </a:defRPr>
            </a:lvl1pPr>
            <a:lvl2pPr>
              <a:buFontTx/>
              <a:buNone/>
              <a:defRPr sz="6100"/>
            </a:lvl2pPr>
            <a:lvl3pPr>
              <a:buFontTx/>
              <a:buNone/>
              <a:defRPr sz="6100"/>
            </a:lvl3pPr>
            <a:lvl4pPr>
              <a:buFontTx/>
              <a:buNone/>
              <a:defRPr sz="6100"/>
            </a:lvl4pPr>
            <a:lvl5pPr>
              <a:buFontTx/>
              <a:buNone/>
              <a:defRPr sz="6100"/>
            </a:lvl5pPr>
          </a:lstStyle>
          <a:p>
            <a:pPr lvl="0"/>
            <a:r>
              <a:rPr lang="en-US" dirty="0"/>
              <a:t>Click here to add title</a:t>
            </a:r>
            <a:endParaRPr lang="en-US" dirty="0"/>
          </a:p>
        </p:txBody>
      </p:sp>
      <p:sp>
        <p:nvSpPr>
          <p:cNvPr id="15" name="Text Placeholder 5"/>
          <p:cNvSpPr>
            <a:spLocks noGrp="1"/>
          </p:cNvSpPr>
          <p:nvPr>
            <p:ph type="body" sz="quarter" idx="154" hasCustomPrompt="1"/>
          </p:nvPr>
        </p:nvSpPr>
        <p:spPr>
          <a:xfrm>
            <a:off x="611171" y="21244368"/>
            <a:ext cx="14287682" cy="734849"/>
          </a:xfrm>
          <a:prstGeom prst="rect">
            <a:avLst/>
          </a:prstGeom>
          <a:solidFill>
            <a:schemeClr val="accent5">
              <a:lumMod val="50000"/>
            </a:schemeClr>
          </a:solidFill>
        </p:spPr>
        <p:txBody>
          <a:bodyPr wrap="square" lIns="89551" tIns="89551" rIns="89551" bIns="89551" anchor="t" anchorCtr="0">
            <a:spAutoFit/>
          </a:bodyPr>
          <a:lstStyle>
            <a:lvl1pPr marL="0" indent="0" algn="ctr">
              <a:buNone/>
              <a:defRPr sz="3600" b="1" u="none" baseline="0">
                <a:solidFill>
                  <a:schemeClr val="bg1"/>
                </a:solidFill>
                <a:latin typeface="Century Gothic" panose="020B0502020202020204" pitchFamily="34" charset="0"/>
              </a:defRPr>
            </a:lvl1pPr>
          </a:lstStyle>
          <a:p>
            <a:pPr lvl="0"/>
            <a:r>
              <a:rPr lang="en-US" dirty="0"/>
              <a:t>(click to edit)  RESULTS</a:t>
            </a:r>
            <a:endParaRPr lang="en-US" dirty="0"/>
          </a:p>
        </p:txBody>
      </p:sp>
      <p:sp>
        <p:nvSpPr>
          <p:cNvPr id="16" name="Text Placeholder 3"/>
          <p:cNvSpPr>
            <a:spLocks noGrp="1"/>
          </p:cNvSpPr>
          <p:nvPr>
            <p:ph type="body" sz="quarter" idx="155" hasCustomPrompt="1"/>
          </p:nvPr>
        </p:nvSpPr>
        <p:spPr>
          <a:xfrm>
            <a:off x="611171" y="21983294"/>
            <a:ext cx="14287682" cy="897605"/>
          </a:xfrm>
          <a:prstGeom prst="rect">
            <a:avLst/>
          </a:prstGeom>
        </p:spPr>
        <p:txBody>
          <a:bodyPr wrap="square" lIns="223877" tIns="223877" rIns="223877" bIns="223877" anchor="t" anchorCtr="0">
            <a:spAutoFit/>
          </a:bodyPr>
          <a:lstStyle>
            <a:lvl1pPr marL="0" indent="0">
              <a:buNone/>
              <a:defRPr sz="2800">
                <a:solidFill>
                  <a:schemeClr val="accent5">
                    <a:lumMod val="50000"/>
                  </a:schemeClr>
                </a:solidFill>
                <a:latin typeface="Century Gothic" panose="020B0502020202020204" pitchFamily="34" charset="0"/>
                <a:cs typeface="Times New Roman" panose="02020603050405020304" pitchFamily="18" charset="0"/>
              </a:defRPr>
            </a:lvl1pPr>
            <a:lvl2pPr marL="1455420" indent="-559435">
              <a:defRPr sz="2500">
                <a:latin typeface="Trebuchet MS" panose="020B0603020202020204" pitchFamily="34" charset="0"/>
              </a:defRPr>
            </a:lvl2pPr>
            <a:lvl3pPr marL="2014855" indent="-559435">
              <a:defRPr sz="2500">
                <a:latin typeface="Trebuchet MS" panose="020B0603020202020204" pitchFamily="34" charset="0"/>
              </a:defRPr>
            </a:lvl3pPr>
            <a:lvl4pPr marL="2630805" indent="-615950">
              <a:defRPr sz="2500">
                <a:latin typeface="Trebuchet MS" panose="020B0603020202020204" pitchFamily="34" charset="0"/>
              </a:defRPr>
            </a:lvl4pPr>
            <a:lvl5pPr marL="3078480" indent="-447675">
              <a:defRPr sz="2500">
                <a:latin typeface="Trebuchet MS" panose="020B0603020202020204" pitchFamily="34" charset="0"/>
              </a:defRPr>
            </a:lvl5pPr>
          </a:lstStyle>
          <a:p>
            <a:pPr lvl="0"/>
            <a:r>
              <a:rPr lang="en-US" dirty="0"/>
              <a:t>Type in or paste your text here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784600" y="7005638"/>
            <a:ext cx="22706013" cy="14901862"/>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3784600" y="22482175"/>
            <a:ext cx="22706013" cy="103346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E4C40A9-BEF6-9D48-A95C-24CB1E8D037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C90E0E-94DA-3F4E-8DB5-253D09B74B1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E4C40A9-BEF6-9D48-A95C-24CB1E8D037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C90E0E-94DA-3F4E-8DB5-253D09B74B1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65338" y="10671175"/>
            <a:ext cx="26112787" cy="17805400"/>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2065338" y="28644850"/>
            <a:ext cx="26112787" cy="9363075"/>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E4C40A9-BEF6-9D48-A95C-24CB1E8D037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C90E0E-94DA-3F4E-8DB5-253D09B74B1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2081213" y="11395075"/>
            <a:ext cx="12979400" cy="2715736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15213013" y="11395075"/>
            <a:ext cx="12980987" cy="2715736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E4C40A9-BEF6-9D48-A95C-24CB1E8D037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C90E0E-94DA-3F4E-8DB5-253D09B74B1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085975" y="2279650"/>
            <a:ext cx="26111200" cy="8272463"/>
          </a:xfrm>
        </p:spPr>
        <p:txBody>
          <a:bodyPr/>
          <a:lstStyle/>
          <a:p>
            <a:r>
              <a:rPr lang="en-US"/>
              <a:t>Click to edit Master title style</a:t>
            </a:r>
            <a:endParaRPr lang="en-US"/>
          </a:p>
        </p:txBody>
      </p:sp>
      <p:sp>
        <p:nvSpPr>
          <p:cNvPr id="3" name="Text Placeholder 2"/>
          <p:cNvSpPr>
            <a:spLocks noGrp="1"/>
          </p:cNvSpPr>
          <p:nvPr>
            <p:ph type="body" idx="1"/>
          </p:nvPr>
        </p:nvSpPr>
        <p:spPr>
          <a:xfrm>
            <a:off x="2085975" y="10493375"/>
            <a:ext cx="12807950" cy="514191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2085975" y="15635288"/>
            <a:ext cx="12807950" cy="2299652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15327313" y="10493375"/>
            <a:ext cx="12869862" cy="514191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15327313" y="15635288"/>
            <a:ext cx="12869862" cy="2299652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E4C40A9-BEF6-9D48-A95C-24CB1E8D037D}"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DC90E0E-94DA-3F4E-8DB5-253D09B74B1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E4C40A9-BEF6-9D48-A95C-24CB1E8D037D}"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C90E0E-94DA-3F4E-8DB5-253D09B74B1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4C40A9-BEF6-9D48-A95C-24CB1E8D037D}"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DC90E0E-94DA-3F4E-8DB5-253D09B74B1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975" y="2854325"/>
            <a:ext cx="9764713" cy="9986963"/>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12871450" y="6162675"/>
            <a:ext cx="15325725" cy="3041808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2085975" y="12841288"/>
            <a:ext cx="9764713" cy="237902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E4C40A9-BEF6-9D48-A95C-24CB1E8D037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C90E0E-94DA-3F4E-8DB5-253D09B74B1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975" y="2854325"/>
            <a:ext cx="9764713" cy="9986963"/>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12871450" y="6162675"/>
            <a:ext cx="15325725" cy="3041808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085975" y="12841288"/>
            <a:ext cx="9764713" cy="237902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E4C40A9-BEF6-9D48-A95C-24CB1E8D037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C90E0E-94DA-3F4E-8DB5-253D09B74B1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E4C40A9-BEF6-9D48-A95C-24CB1E8D037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C90E0E-94DA-3F4E-8DB5-253D09B74B1F}"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66200" y="2279650"/>
            <a:ext cx="6527800" cy="3627278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2081213" y="2279650"/>
            <a:ext cx="19432587" cy="3627278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E4C40A9-BEF6-9D48-A95C-24CB1E8D037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C90E0E-94DA-3F4E-8DB5-253D09B74B1F}"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Without guide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623691" y="7585962"/>
            <a:ext cx="14299153" cy="897605"/>
          </a:xfrm>
          <a:prstGeom prst="rect">
            <a:avLst/>
          </a:prstGeom>
        </p:spPr>
        <p:txBody>
          <a:bodyPr wrap="square" lIns="223877" tIns="223877" rIns="223877" bIns="223877">
            <a:spAutoFit/>
          </a:bodyPr>
          <a:lstStyle>
            <a:lvl1pPr marL="0" indent="0">
              <a:buNone/>
              <a:defRPr sz="2800">
                <a:solidFill>
                  <a:schemeClr val="accent5">
                    <a:lumMod val="50000"/>
                  </a:schemeClr>
                </a:solidFill>
                <a:latin typeface="Times New Roman" panose="02020603050405020304" pitchFamily="18" charset="0"/>
                <a:cs typeface="Times New Roman" panose="02020603050405020304" pitchFamily="18" charset="0"/>
              </a:defRPr>
            </a:lvl1pPr>
            <a:lvl2pPr marL="1455420" indent="-559435">
              <a:defRPr sz="2500">
                <a:latin typeface="Trebuchet MS" panose="020B0603020202020204" pitchFamily="34" charset="0"/>
              </a:defRPr>
            </a:lvl2pPr>
            <a:lvl3pPr marL="2014855" indent="-559435">
              <a:defRPr sz="2500">
                <a:latin typeface="Trebuchet MS" panose="020B0603020202020204" pitchFamily="34" charset="0"/>
              </a:defRPr>
            </a:lvl3pPr>
            <a:lvl4pPr marL="2630805" indent="-615950">
              <a:defRPr sz="2500">
                <a:latin typeface="Trebuchet MS" panose="020B0603020202020204" pitchFamily="34" charset="0"/>
              </a:defRPr>
            </a:lvl4pPr>
            <a:lvl5pPr marL="3078480" indent="-447675">
              <a:defRPr sz="2500">
                <a:latin typeface="Trebuchet MS" panose="020B0603020202020204" pitchFamily="34" charset="0"/>
              </a:defRPr>
            </a:lvl5pPr>
          </a:lstStyle>
          <a:p>
            <a:pPr lvl="0"/>
            <a:r>
              <a:rPr lang="en-US" dirty="0"/>
              <a:t>Type in or paste your text here</a:t>
            </a:r>
            <a:endParaRPr lang="en-US" dirty="0"/>
          </a:p>
        </p:txBody>
      </p:sp>
      <p:sp>
        <p:nvSpPr>
          <p:cNvPr id="6" name="Text Placeholder 5"/>
          <p:cNvSpPr>
            <a:spLocks noGrp="1"/>
          </p:cNvSpPr>
          <p:nvPr>
            <p:ph type="body" sz="quarter" idx="11" hasCustomPrompt="1"/>
          </p:nvPr>
        </p:nvSpPr>
        <p:spPr>
          <a:xfrm>
            <a:off x="636213" y="6847036"/>
            <a:ext cx="14287866" cy="800265"/>
          </a:xfrm>
          <a:prstGeom prst="rect">
            <a:avLst/>
          </a:prstGeom>
          <a:noFill/>
        </p:spPr>
        <p:txBody>
          <a:bodyPr wrap="square" lIns="89551" tIns="89551" rIns="89551" bIns="89551" anchor="ctr" anchorCtr="0">
            <a:spAutoFit/>
          </a:bodyPr>
          <a:lstStyle>
            <a:lvl1pPr marL="0" indent="0" algn="ctr">
              <a:buNone/>
              <a:defRPr sz="3900" b="1" u="sng" baseline="0">
                <a:solidFill>
                  <a:schemeClr val="accent5">
                    <a:lumMod val="50000"/>
                  </a:schemeClr>
                </a:solidFill>
              </a:defRPr>
            </a:lvl1pPr>
          </a:lstStyle>
          <a:p>
            <a:pPr lvl="0"/>
            <a:r>
              <a:rPr lang="en-US" dirty="0"/>
              <a:t>(click to edit) INTRODUCTION or ABSTRACT</a:t>
            </a:r>
            <a:endParaRPr lang="en-US" dirty="0"/>
          </a:p>
        </p:txBody>
      </p:sp>
      <p:sp>
        <p:nvSpPr>
          <p:cNvPr id="20" name="Text Placeholder 5"/>
          <p:cNvSpPr>
            <a:spLocks noGrp="1"/>
          </p:cNvSpPr>
          <p:nvPr>
            <p:ph type="body" sz="quarter" idx="20" hasCustomPrompt="1"/>
          </p:nvPr>
        </p:nvSpPr>
        <p:spPr>
          <a:xfrm>
            <a:off x="636211" y="18480518"/>
            <a:ext cx="14291358" cy="800265"/>
          </a:xfrm>
          <a:prstGeom prst="rect">
            <a:avLst/>
          </a:prstGeom>
          <a:noFill/>
        </p:spPr>
        <p:txBody>
          <a:bodyPr wrap="square" lIns="89551" tIns="89551" rIns="89551" bIns="89551" anchor="ctr" anchorCtr="0">
            <a:spAutoFit/>
          </a:bodyPr>
          <a:lstStyle>
            <a:lvl1pPr marL="0" indent="0" algn="ctr">
              <a:buNone/>
              <a:defRPr sz="3900" b="1" u="sng" baseline="0">
                <a:solidFill>
                  <a:schemeClr val="accent5">
                    <a:lumMod val="50000"/>
                  </a:schemeClr>
                </a:solidFill>
              </a:defRPr>
            </a:lvl1pPr>
          </a:lstStyle>
          <a:p>
            <a:pPr lvl="0"/>
            <a:r>
              <a:rPr lang="en-US" dirty="0"/>
              <a:t>(click to edit)  OBJECTIVES</a:t>
            </a:r>
            <a:endParaRPr lang="en-US" dirty="0"/>
          </a:p>
        </p:txBody>
      </p:sp>
      <p:sp>
        <p:nvSpPr>
          <p:cNvPr id="25" name="Text Placeholder 5"/>
          <p:cNvSpPr>
            <a:spLocks noGrp="1"/>
          </p:cNvSpPr>
          <p:nvPr>
            <p:ph type="body" sz="quarter" idx="25" hasCustomPrompt="1"/>
          </p:nvPr>
        </p:nvSpPr>
        <p:spPr>
          <a:xfrm>
            <a:off x="15353328" y="6847036"/>
            <a:ext cx="14287682" cy="800265"/>
          </a:xfrm>
          <a:prstGeom prst="rect">
            <a:avLst/>
          </a:prstGeom>
          <a:noFill/>
        </p:spPr>
        <p:txBody>
          <a:bodyPr wrap="square" lIns="89551" tIns="89551" rIns="89551" bIns="89551" anchor="ctr" anchorCtr="0">
            <a:spAutoFit/>
          </a:bodyPr>
          <a:lstStyle>
            <a:lvl1pPr marL="0" indent="0" algn="ctr">
              <a:buNone/>
              <a:defRPr sz="3900" b="1" u="sng" baseline="0">
                <a:solidFill>
                  <a:schemeClr val="accent5">
                    <a:lumMod val="50000"/>
                  </a:schemeClr>
                </a:solidFill>
              </a:defRPr>
            </a:lvl1pPr>
          </a:lstStyle>
          <a:p>
            <a:pPr lvl="0"/>
            <a:r>
              <a:rPr lang="en-US" dirty="0"/>
              <a:t>(click to edit)  CONCLUSIONS</a:t>
            </a:r>
            <a:endParaRPr lang="en-US" dirty="0"/>
          </a:p>
        </p:txBody>
      </p:sp>
      <p:sp>
        <p:nvSpPr>
          <p:cNvPr id="26" name="Text Placeholder 3"/>
          <p:cNvSpPr>
            <a:spLocks noGrp="1"/>
          </p:cNvSpPr>
          <p:nvPr>
            <p:ph type="body" sz="quarter" idx="26" hasCustomPrompt="1"/>
          </p:nvPr>
        </p:nvSpPr>
        <p:spPr>
          <a:xfrm>
            <a:off x="15353328" y="7585962"/>
            <a:ext cx="14287682" cy="897605"/>
          </a:xfrm>
          <a:prstGeom prst="rect">
            <a:avLst/>
          </a:prstGeom>
        </p:spPr>
        <p:txBody>
          <a:bodyPr wrap="square" lIns="223877" tIns="223877" rIns="223877" bIns="223877">
            <a:spAutoFit/>
          </a:bodyPr>
          <a:lstStyle>
            <a:lvl1pPr marL="0" indent="0">
              <a:buNone/>
              <a:defRPr sz="2800">
                <a:solidFill>
                  <a:schemeClr val="accent5">
                    <a:lumMod val="50000"/>
                  </a:schemeClr>
                </a:solidFill>
                <a:latin typeface="Times New Roman" panose="02020603050405020304" pitchFamily="18" charset="0"/>
                <a:cs typeface="Times New Roman" panose="02020603050405020304" pitchFamily="18" charset="0"/>
              </a:defRPr>
            </a:lvl1pPr>
            <a:lvl2pPr marL="1455420" indent="-559435">
              <a:defRPr sz="2500">
                <a:latin typeface="Trebuchet MS" panose="020B0603020202020204" pitchFamily="34" charset="0"/>
              </a:defRPr>
            </a:lvl2pPr>
            <a:lvl3pPr marL="2014855" indent="-559435">
              <a:defRPr sz="2500">
                <a:latin typeface="Trebuchet MS" panose="020B0603020202020204" pitchFamily="34" charset="0"/>
              </a:defRPr>
            </a:lvl3pPr>
            <a:lvl4pPr marL="2630805" indent="-615950">
              <a:defRPr sz="2500">
                <a:latin typeface="Trebuchet MS" panose="020B0603020202020204" pitchFamily="34" charset="0"/>
              </a:defRPr>
            </a:lvl4pPr>
            <a:lvl5pPr marL="3078480" indent="-447675">
              <a:defRPr sz="2500">
                <a:latin typeface="Trebuchet MS" panose="020B0603020202020204" pitchFamily="34" charset="0"/>
              </a:defRPr>
            </a:lvl5pPr>
          </a:lstStyle>
          <a:p>
            <a:pPr lvl="0"/>
            <a:r>
              <a:rPr lang="en-US" dirty="0"/>
              <a:t>Type in or paste your text here</a:t>
            </a:r>
            <a:endParaRPr lang="en-US" dirty="0"/>
          </a:p>
        </p:txBody>
      </p:sp>
      <p:sp>
        <p:nvSpPr>
          <p:cNvPr id="27" name="Text Placeholder 5"/>
          <p:cNvSpPr>
            <a:spLocks noGrp="1"/>
          </p:cNvSpPr>
          <p:nvPr>
            <p:ph type="body" sz="quarter" idx="27" hasCustomPrompt="1"/>
          </p:nvPr>
        </p:nvSpPr>
        <p:spPr>
          <a:xfrm>
            <a:off x="15353329" y="18503095"/>
            <a:ext cx="14283756" cy="800265"/>
          </a:xfrm>
          <a:prstGeom prst="rect">
            <a:avLst/>
          </a:prstGeom>
          <a:noFill/>
        </p:spPr>
        <p:txBody>
          <a:bodyPr wrap="square" lIns="89551" tIns="89551" rIns="89551" bIns="89551" anchor="ctr" anchorCtr="0">
            <a:spAutoFit/>
          </a:bodyPr>
          <a:lstStyle>
            <a:lvl1pPr marL="0" indent="0" algn="ctr">
              <a:buNone/>
              <a:defRPr sz="3900" b="1" u="sng" baseline="0">
                <a:solidFill>
                  <a:schemeClr val="accent5">
                    <a:lumMod val="50000"/>
                  </a:schemeClr>
                </a:solidFill>
              </a:defRPr>
            </a:lvl1pPr>
          </a:lstStyle>
          <a:p>
            <a:pPr lvl="0"/>
            <a:r>
              <a:rPr lang="en-US" dirty="0"/>
              <a:t>(click to edit)  REFERENCES</a:t>
            </a:r>
            <a:endParaRPr lang="en-US" dirty="0"/>
          </a:p>
        </p:txBody>
      </p:sp>
      <p:sp>
        <p:nvSpPr>
          <p:cNvPr id="28" name="Text Placeholder 3"/>
          <p:cNvSpPr>
            <a:spLocks noGrp="1"/>
          </p:cNvSpPr>
          <p:nvPr>
            <p:ph type="body" sz="quarter" idx="28" hasCustomPrompt="1"/>
          </p:nvPr>
        </p:nvSpPr>
        <p:spPr>
          <a:xfrm>
            <a:off x="15347853" y="19296378"/>
            <a:ext cx="14289232" cy="897605"/>
          </a:xfrm>
          <a:prstGeom prst="rect">
            <a:avLst/>
          </a:prstGeom>
        </p:spPr>
        <p:txBody>
          <a:bodyPr wrap="square" lIns="223877" tIns="223877" rIns="223877" bIns="223877">
            <a:spAutoFit/>
          </a:bodyPr>
          <a:lstStyle>
            <a:lvl1pPr marL="0" indent="0">
              <a:buNone/>
              <a:defRPr sz="2800">
                <a:solidFill>
                  <a:schemeClr val="accent5">
                    <a:lumMod val="50000"/>
                  </a:schemeClr>
                </a:solidFill>
                <a:latin typeface="Times New Roman" panose="02020603050405020304" pitchFamily="18" charset="0"/>
                <a:cs typeface="Times New Roman" panose="02020603050405020304" pitchFamily="18" charset="0"/>
              </a:defRPr>
            </a:lvl1pPr>
            <a:lvl2pPr marL="1455420" indent="-559435">
              <a:defRPr sz="2500">
                <a:latin typeface="Trebuchet MS" panose="020B0603020202020204" pitchFamily="34" charset="0"/>
              </a:defRPr>
            </a:lvl2pPr>
            <a:lvl3pPr marL="2014855" indent="-559435">
              <a:defRPr sz="2500">
                <a:latin typeface="Trebuchet MS" panose="020B0603020202020204" pitchFamily="34" charset="0"/>
              </a:defRPr>
            </a:lvl3pPr>
            <a:lvl4pPr marL="2630805" indent="-615950">
              <a:defRPr sz="2500">
                <a:latin typeface="Trebuchet MS" panose="020B0603020202020204" pitchFamily="34" charset="0"/>
              </a:defRPr>
            </a:lvl4pPr>
            <a:lvl5pPr marL="3078480" indent="-447675">
              <a:defRPr sz="2500">
                <a:latin typeface="Trebuchet MS" panose="020B0603020202020204" pitchFamily="34" charset="0"/>
              </a:defRPr>
            </a:lvl5pPr>
          </a:lstStyle>
          <a:p>
            <a:pPr lvl="0"/>
            <a:r>
              <a:rPr lang="en-US" dirty="0"/>
              <a:t>Type in or paste your text here</a:t>
            </a:r>
            <a:endParaRPr lang="en-US" dirty="0"/>
          </a:p>
        </p:txBody>
      </p:sp>
      <p:sp>
        <p:nvSpPr>
          <p:cNvPr id="29" name="Text Placeholder 5"/>
          <p:cNvSpPr>
            <a:spLocks noGrp="1"/>
          </p:cNvSpPr>
          <p:nvPr>
            <p:ph type="body" sz="quarter" idx="29" hasCustomPrompt="1"/>
          </p:nvPr>
        </p:nvSpPr>
        <p:spPr>
          <a:xfrm>
            <a:off x="15364404" y="33390901"/>
            <a:ext cx="14276605" cy="800265"/>
          </a:xfrm>
          <a:prstGeom prst="rect">
            <a:avLst/>
          </a:prstGeom>
          <a:noFill/>
        </p:spPr>
        <p:txBody>
          <a:bodyPr wrap="square" lIns="89551" tIns="89551" rIns="89551" bIns="89551" anchor="ctr" anchorCtr="0">
            <a:spAutoFit/>
          </a:bodyPr>
          <a:lstStyle>
            <a:lvl1pPr marL="0" indent="0" algn="ctr">
              <a:buNone/>
              <a:defRPr sz="3900" b="1" u="sng" baseline="0">
                <a:solidFill>
                  <a:schemeClr val="accent5">
                    <a:lumMod val="50000"/>
                  </a:schemeClr>
                </a:solidFill>
              </a:defRPr>
            </a:lvl1pPr>
          </a:lstStyle>
          <a:p>
            <a:pPr lvl="0"/>
            <a:r>
              <a:rPr lang="en-US" dirty="0"/>
              <a:t>(click to edit)  ACKNOWLEDGEMENTS or  CONTACT</a:t>
            </a:r>
            <a:endParaRPr lang="en-US" dirty="0"/>
          </a:p>
        </p:txBody>
      </p:sp>
      <p:sp>
        <p:nvSpPr>
          <p:cNvPr id="30" name="Text Placeholder 3"/>
          <p:cNvSpPr>
            <a:spLocks noGrp="1"/>
          </p:cNvSpPr>
          <p:nvPr>
            <p:ph type="body" sz="quarter" idx="30" hasCustomPrompt="1"/>
          </p:nvPr>
        </p:nvSpPr>
        <p:spPr>
          <a:xfrm>
            <a:off x="15353329" y="34204184"/>
            <a:ext cx="14283756" cy="897605"/>
          </a:xfrm>
          <a:prstGeom prst="rect">
            <a:avLst/>
          </a:prstGeom>
        </p:spPr>
        <p:txBody>
          <a:bodyPr wrap="square" lIns="223877" tIns="223877" rIns="223877" bIns="223877">
            <a:spAutoFit/>
          </a:bodyPr>
          <a:lstStyle>
            <a:lvl1pPr marL="0" indent="0">
              <a:buNone/>
              <a:defRPr sz="2800">
                <a:solidFill>
                  <a:schemeClr val="accent5">
                    <a:lumMod val="50000"/>
                  </a:schemeClr>
                </a:solidFill>
                <a:latin typeface="Times New Roman" panose="02020603050405020304" pitchFamily="18" charset="0"/>
                <a:cs typeface="Times New Roman" panose="02020603050405020304" pitchFamily="18" charset="0"/>
              </a:defRPr>
            </a:lvl1pPr>
            <a:lvl2pPr marL="1455420" indent="-559435">
              <a:defRPr sz="2500">
                <a:latin typeface="Trebuchet MS" panose="020B0603020202020204" pitchFamily="34" charset="0"/>
              </a:defRPr>
            </a:lvl2pPr>
            <a:lvl3pPr marL="2014855" indent="-559435">
              <a:defRPr sz="2500">
                <a:latin typeface="Trebuchet MS" panose="020B0603020202020204" pitchFamily="34" charset="0"/>
              </a:defRPr>
            </a:lvl3pPr>
            <a:lvl4pPr marL="2630805" indent="-615950">
              <a:defRPr sz="2500">
                <a:latin typeface="Trebuchet MS" panose="020B0603020202020204" pitchFamily="34" charset="0"/>
              </a:defRPr>
            </a:lvl4pPr>
            <a:lvl5pPr marL="3078480" indent="-447675">
              <a:defRPr sz="2500">
                <a:latin typeface="Trebuchet MS" panose="020B0603020202020204" pitchFamily="34" charset="0"/>
              </a:defRPr>
            </a:lvl5pPr>
          </a:lstStyle>
          <a:p>
            <a:pPr lvl="0"/>
            <a:r>
              <a:rPr lang="en-US" dirty="0"/>
              <a:t>Type in or paste your text here</a:t>
            </a:r>
            <a:endParaRPr lang="en-US" dirty="0"/>
          </a:p>
        </p:txBody>
      </p:sp>
      <p:sp>
        <p:nvSpPr>
          <p:cNvPr id="60" name="Text Placeholder 3"/>
          <p:cNvSpPr>
            <a:spLocks noGrp="1"/>
          </p:cNvSpPr>
          <p:nvPr>
            <p:ph type="body" sz="quarter" idx="96" hasCustomPrompt="1"/>
          </p:nvPr>
        </p:nvSpPr>
        <p:spPr>
          <a:xfrm>
            <a:off x="623691" y="19275662"/>
            <a:ext cx="14300387" cy="897605"/>
          </a:xfrm>
          <a:prstGeom prst="rect">
            <a:avLst/>
          </a:prstGeom>
        </p:spPr>
        <p:txBody>
          <a:bodyPr wrap="square" lIns="223877" tIns="223877" rIns="223877" bIns="223877">
            <a:spAutoFit/>
          </a:bodyPr>
          <a:lstStyle>
            <a:lvl1pPr marL="0" indent="0">
              <a:buNone/>
              <a:defRPr sz="2800">
                <a:solidFill>
                  <a:schemeClr val="accent5">
                    <a:lumMod val="50000"/>
                  </a:schemeClr>
                </a:solidFill>
                <a:latin typeface="Times New Roman" panose="02020603050405020304" pitchFamily="18" charset="0"/>
                <a:cs typeface="Times New Roman" panose="02020603050405020304" pitchFamily="18" charset="0"/>
              </a:defRPr>
            </a:lvl1pPr>
            <a:lvl2pPr marL="1455420" indent="-559435">
              <a:defRPr sz="2500">
                <a:latin typeface="Trebuchet MS" panose="020B0603020202020204" pitchFamily="34" charset="0"/>
              </a:defRPr>
            </a:lvl2pPr>
            <a:lvl3pPr marL="2014855" indent="-559435">
              <a:defRPr sz="2500">
                <a:latin typeface="Trebuchet MS" panose="020B0603020202020204" pitchFamily="34" charset="0"/>
              </a:defRPr>
            </a:lvl3pPr>
            <a:lvl4pPr marL="2630805" indent="-615950">
              <a:defRPr sz="2500">
                <a:latin typeface="Trebuchet MS" panose="020B0603020202020204" pitchFamily="34" charset="0"/>
              </a:defRPr>
            </a:lvl4pPr>
            <a:lvl5pPr marL="3078480" indent="-447675">
              <a:defRPr sz="2500">
                <a:latin typeface="Trebuchet MS" panose="020B0603020202020204" pitchFamily="34" charset="0"/>
              </a:defRPr>
            </a:lvl5pPr>
          </a:lstStyle>
          <a:p>
            <a:pPr lvl="0"/>
            <a:r>
              <a:rPr lang="en-US" dirty="0"/>
              <a:t>Type in or paste your text here</a:t>
            </a:r>
            <a:endParaRPr lang="en-US" dirty="0"/>
          </a:p>
        </p:txBody>
      </p:sp>
      <p:sp>
        <p:nvSpPr>
          <p:cNvPr id="76" name="Text Placeholder 76"/>
          <p:cNvSpPr>
            <a:spLocks noGrp="1"/>
          </p:cNvSpPr>
          <p:nvPr>
            <p:ph type="body" sz="quarter" idx="150" hasCustomPrompt="1"/>
          </p:nvPr>
        </p:nvSpPr>
        <p:spPr>
          <a:xfrm>
            <a:off x="4090899" y="4110875"/>
            <a:ext cx="22093415" cy="1087559"/>
          </a:xfrm>
          <a:prstGeom prst="rect">
            <a:avLst/>
          </a:prstGeom>
        </p:spPr>
        <p:txBody>
          <a:bodyPr lIns="77349" tIns="38675" rIns="77349" bIns="38675">
            <a:normAutofit/>
          </a:bodyPr>
          <a:lstStyle>
            <a:lvl1pPr marL="0" indent="0" algn="ctr">
              <a:buFontTx/>
              <a:buNone/>
              <a:defRPr sz="5400">
                <a:solidFill>
                  <a:schemeClr val="accent5">
                    <a:lumMod val="50000"/>
                  </a:schemeClr>
                </a:solidFill>
                <a:latin typeface="+mj-lt"/>
              </a:defRPr>
            </a:lvl1pPr>
            <a:lvl2pPr>
              <a:buFontTx/>
              <a:buNone/>
              <a:defRPr sz="6100"/>
            </a:lvl2pPr>
            <a:lvl3pPr>
              <a:buFontTx/>
              <a:buNone/>
              <a:defRPr sz="6100"/>
            </a:lvl3pPr>
            <a:lvl4pPr>
              <a:buFontTx/>
              <a:buNone/>
              <a:defRPr sz="6100"/>
            </a:lvl4pPr>
            <a:lvl5pPr>
              <a:buFontTx/>
              <a:buNone/>
              <a:defRPr sz="6100"/>
            </a:lvl5pPr>
          </a:lstStyle>
          <a:p>
            <a:pPr lvl="0"/>
            <a:r>
              <a:rPr lang="en-US" dirty="0"/>
              <a:t>Click here to add affiliations</a:t>
            </a:r>
            <a:endParaRPr lang="en-US" dirty="0"/>
          </a:p>
        </p:txBody>
      </p:sp>
      <p:sp>
        <p:nvSpPr>
          <p:cNvPr id="79" name="Text Placeholder 76"/>
          <p:cNvSpPr>
            <a:spLocks noGrp="1"/>
          </p:cNvSpPr>
          <p:nvPr>
            <p:ph type="body" sz="quarter" idx="151" hasCustomPrompt="1"/>
          </p:nvPr>
        </p:nvSpPr>
        <p:spPr>
          <a:xfrm>
            <a:off x="4090899" y="2558463"/>
            <a:ext cx="22093415" cy="1262156"/>
          </a:xfrm>
          <a:prstGeom prst="rect">
            <a:avLst/>
          </a:prstGeom>
        </p:spPr>
        <p:txBody>
          <a:bodyPr lIns="77349" tIns="38675" rIns="77349" bIns="38675" anchor="t" anchorCtr="1">
            <a:noAutofit/>
          </a:bodyPr>
          <a:lstStyle>
            <a:lvl1pPr marL="0" indent="0" algn="ctr">
              <a:buFontTx/>
              <a:buNone/>
              <a:defRPr sz="7200">
                <a:solidFill>
                  <a:schemeClr val="accent5">
                    <a:lumMod val="50000"/>
                  </a:schemeClr>
                </a:solidFill>
                <a:latin typeface="+mj-lt"/>
              </a:defRPr>
            </a:lvl1pPr>
            <a:lvl2pPr>
              <a:buFontTx/>
              <a:buNone/>
              <a:defRPr sz="6100"/>
            </a:lvl2pPr>
            <a:lvl3pPr>
              <a:buFontTx/>
              <a:buNone/>
              <a:defRPr sz="6100"/>
            </a:lvl3pPr>
            <a:lvl4pPr>
              <a:buFontTx/>
              <a:buNone/>
              <a:defRPr sz="6100"/>
            </a:lvl4pPr>
            <a:lvl5pPr>
              <a:buFontTx/>
              <a:buNone/>
              <a:defRPr sz="6100"/>
            </a:lvl5pPr>
          </a:lstStyle>
          <a:p>
            <a:pPr lvl="0"/>
            <a:r>
              <a:rPr lang="en-US" dirty="0"/>
              <a:t>Click here to add authors</a:t>
            </a:r>
            <a:endParaRPr lang="en-US" dirty="0"/>
          </a:p>
        </p:txBody>
      </p:sp>
      <p:sp>
        <p:nvSpPr>
          <p:cNvPr id="80" name="Text Placeholder 76"/>
          <p:cNvSpPr>
            <a:spLocks noGrp="1"/>
          </p:cNvSpPr>
          <p:nvPr>
            <p:ph type="body" sz="quarter" idx="153" hasCustomPrompt="1"/>
          </p:nvPr>
        </p:nvSpPr>
        <p:spPr>
          <a:xfrm>
            <a:off x="4090899" y="492940"/>
            <a:ext cx="22093415" cy="1775267"/>
          </a:xfrm>
          <a:prstGeom prst="rect">
            <a:avLst/>
          </a:prstGeom>
        </p:spPr>
        <p:txBody>
          <a:bodyPr lIns="77349" tIns="38675" rIns="77349" bIns="38675" anchor="t" anchorCtr="1">
            <a:normAutofit/>
          </a:bodyPr>
          <a:lstStyle>
            <a:lvl1pPr marL="0" indent="0" algn="ctr">
              <a:buFontTx/>
              <a:buNone/>
              <a:defRPr sz="9800" b="1">
                <a:solidFill>
                  <a:schemeClr val="accent5">
                    <a:lumMod val="50000"/>
                  </a:schemeClr>
                </a:solidFill>
                <a:latin typeface="+mj-lt"/>
              </a:defRPr>
            </a:lvl1pPr>
            <a:lvl2pPr>
              <a:buFontTx/>
              <a:buNone/>
              <a:defRPr sz="6100"/>
            </a:lvl2pPr>
            <a:lvl3pPr>
              <a:buFontTx/>
              <a:buNone/>
              <a:defRPr sz="6100"/>
            </a:lvl3pPr>
            <a:lvl4pPr>
              <a:buFontTx/>
              <a:buNone/>
              <a:defRPr sz="6100"/>
            </a:lvl4pPr>
            <a:lvl5pPr>
              <a:buFontTx/>
              <a:buNone/>
              <a:defRPr sz="6100"/>
            </a:lvl5pPr>
          </a:lstStyle>
          <a:p>
            <a:pPr lvl="0"/>
            <a:r>
              <a:rPr lang="en-US" dirty="0"/>
              <a:t>Click here to add title</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image" Target="../media/image6.png"/><Relationship Id="rId7" Type="http://schemas.openxmlformats.org/officeDocument/2006/relationships/image" Target="../media/image5.png"/><Relationship Id="rId6" Type="http://schemas.openxmlformats.org/officeDocument/2006/relationships/hyperlink" Target="https://www.posterpresentations.com/how-to-change-the-research-poster-template-colors.html" TargetMode="External"/><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0.xml"/><Relationship Id="rId8" Type="http://schemas.openxmlformats.org/officeDocument/2006/relationships/slideLayout" Target="../slideLayouts/slideLayout9.xml"/><Relationship Id="rId7" Type="http://schemas.openxmlformats.org/officeDocument/2006/relationships/slideLayout" Target="../slideLayouts/slideLayout8.xml"/><Relationship Id="rId6" Type="http://schemas.openxmlformats.org/officeDocument/2006/relationships/slideLayout" Target="../slideLayouts/slideLayout7.xml"/><Relationship Id="rId5" Type="http://schemas.openxmlformats.org/officeDocument/2006/relationships/slideLayout" Target="../slideLayouts/slideLayout6.xml"/><Relationship Id="rId4" Type="http://schemas.openxmlformats.org/officeDocument/2006/relationships/slideLayout" Target="../slideLayouts/slideLayout5.xml"/><Relationship Id="rId3" Type="http://schemas.openxmlformats.org/officeDocument/2006/relationships/slideLayout" Target="../slideLayouts/slideLayout4.xml"/><Relationship Id="rId2" Type="http://schemas.openxmlformats.org/officeDocument/2006/relationships/slideLayout" Target="../slideLayouts/slideLayout3.xml"/><Relationship Id="rId12" Type="http://schemas.openxmlformats.org/officeDocument/2006/relationships/theme" Target="../theme/theme2.xml"/><Relationship Id="rId11" Type="http://schemas.openxmlformats.org/officeDocument/2006/relationships/slideLayout" Target="../slideLayouts/slideLayout12.xml"/><Relationship Id="rId10" Type="http://schemas.openxmlformats.org/officeDocument/2006/relationships/slideLayout" Target="../slideLayouts/slideLayout11.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a:xfrm>
            <a:off x="-1" y="41605201"/>
            <a:ext cx="30275213" cy="1236430"/>
          </a:xfrm>
          <a:prstGeom prst="rect">
            <a:avLst/>
          </a:prstGeom>
          <a:solidFill>
            <a:srgbClr val="031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Table 2"/>
          <p:cNvGraphicFramePr>
            <a:graphicFrameLocks noGrp="1"/>
          </p:cNvGraphicFramePr>
          <p:nvPr userDrawn="1"/>
        </p:nvGraphicFramePr>
        <p:xfrm>
          <a:off x="-13167360" y="34253"/>
          <a:ext cx="12558753" cy="42958254"/>
        </p:xfrm>
        <a:graphic>
          <a:graphicData uri="http://schemas.openxmlformats.org/drawingml/2006/table">
            <a:tbl>
              <a:tblPr firstRow="1" bandRow="1">
                <a:tableStyleId>{5C22544A-7EE6-4342-B048-85BDC9FD1C3A}</a:tableStyleId>
              </a:tblPr>
              <a:tblGrid>
                <a:gridCol w="5385092"/>
                <a:gridCol w="7173661"/>
              </a:tblGrid>
              <a:tr h="1655765">
                <a:tc gridSpan="2">
                  <a:txBody>
                    <a:bodyPr/>
                    <a:lstStyle/>
                    <a:p>
                      <a:pPr marL="0" marR="0" indent="0" algn="ctr" defTabSz="4389120" rtl="0" eaLnBrk="1" fontAlgn="auto" latinLnBrk="0" hangingPunct="1">
                        <a:lnSpc>
                          <a:spcPct val="100000"/>
                        </a:lnSpc>
                        <a:spcBef>
                          <a:spcPts val="0"/>
                        </a:spcBef>
                        <a:spcAft>
                          <a:spcPts val="0"/>
                        </a:spcAft>
                        <a:buClrTx/>
                        <a:buSzTx/>
                        <a:buFontTx/>
                        <a:buNone/>
                        <a:defRPr/>
                      </a:pPr>
                      <a:r>
                        <a:rPr lang="en-US" sz="4400" b="0" spc="600" dirty="0">
                          <a:solidFill>
                            <a:srgbClr val="1F3A4E"/>
                          </a:solidFill>
                          <a:latin typeface="Arial Black" panose="020B0A04020102020204" pitchFamily="34" charset="0"/>
                        </a:rPr>
                        <a:t>QUICK START GUIDE</a:t>
                      </a:r>
                      <a:br>
                        <a:rPr lang="en-US" sz="4400" b="0" spc="600" dirty="0">
                          <a:solidFill>
                            <a:srgbClr val="1F3A4E"/>
                          </a:solidFill>
                          <a:latin typeface="Arial Black" panose="020B0A04020102020204" pitchFamily="34" charset="0"/>
                        </a:rPr>
                      </a:br>
                      <a:r>
                        <a:rPr lang="en-US" sz="3600" b="1" spc="0" dirty="0">
                          <a:solidFill>
                            <a:srgbClr val="FF0000"/>
                          </a:solidFill>
                          <a:latin typeface="Trebuchet MS" panose="020B0603020202020204" pitchFamily="34" charset="0"/>
                        </a:rPr>
                        <a:t>(THIS SIDEBAR WILL NOT PRINT)</a:t>
                      </a:r>
                      <a:endParaRPr lang="en-US" sz="4400" b="1" spc="600" dirty="0">
                        <a:solidFill>
                          <a:schemeClr val="bg1"/>
                        </a:solidFill>
                        <a:latin typeface="Trebuchet MS" panose="020B0603020202020204" pitchFamily="34" charset="0"/>
                      </a:endParaRPr>
                    </a:p>
                  </a:txBody>
                  <a:tcPr marL="182880" marT="137160">
                    <a:solidFill>
                      <a:srgbClr val="FFC000"/>
                    </a:solidFill>
                  </a:tcPr>
                </a:tc>
                <a:tc hMerge="1">
                  <a:tcPr/>
                </a:tc>
              </a:tr>
              <a:tr h="5089937">
                <a:tc gridSpan="2">
                  <a:txBody>
                    <a:bodyPr/>
                    <a:lstStyle/>
                    <a:p>
                      <a:pPr defTabSz="3765550"/>
                      <a:r>
                        <a:rPr lang="en-US" sz="2800" i="0" dirty="0">
                          <a:solidFill>
                            <a:srgbClr val="D9D9D9"/>
                          </a:solidFill>
                          <a:latin typeface="Arial" panose="020B0604020202020204"/>
                          <a:cs typeface="Arial" panose="020B0604020202020204"/>
                        </a:rPr>
                        <a:t>This PowerPoint template produces a </a:t>
                      </a:r>
                      <a:r>
                        <a:rPr lang="en-US" sz="2800" i="0" dirty="0">
                          <a:solidFill>
                            <a:srgbClr val="FFC000"/>
                          </a:solidFill>
                          <a:latin typeface="Arial" panose="020B0604020202020204"/>
                          <a:cs typeface="Arial" panose="020B0604020202020204"/>
                        </a:rPr>
                        <a:t>A0 </a:t>
                      </a:r>
                      <a:r>
                        <a:rPr lang="en-US" sz="2800" i="0" dirty="0">
                          <a:solidFill>
                            <a:srgbClr val="D9D9D9"/>
                          </a:solidFill>
                          <a:latin typeface="Arial" panose="020B0604020202020204"/>
                          <a:cs typeface="Arial" panose="020B0604020202020204"/>
                        </a:rPr>
                        <a:t>presentation poster. You can use it to create your research poster by placing your title, subtitle, text, tables, charts and photos. </a:t>
                      </a:r>
                      <a:endParaRPr lang="en-US" sz="2800" i="0" dirty="0">
                        <a:solidFill>
                          <a:srgbClr val="D9D9D9"/>
                        </a:solidFill>
                        <a:latin typeface="Arial" panose="020B0604020202020204"/>
                        <a:cs typeface="Arial" panose="020B0604020202020204"/>
                      </a:endParaRPr>
                    </a:p>
                    <a:p>
                      <a:pPr defTabSz="3765550"/>
                      <a:endParaRPr lang="en-US" sz="2800" i="0" dirty="0">
                        <a:solidFill>
                          <a:srgbClr val="D9D9D9"/>
                        </a:solidFill>
                        <a:latin typeface="Arial" panose="020B0604020202020204"/>
                        <a:cs typeface="Arial" panose="020B0604020202020204"/>
                      </a:endParaRPr>
                    </a:p>
                    <a:p>
                      <a:pPr defTabSz="3765550"/>
                      <a:r>
                        <a:rPr lang="en-US" sz="2800" i="0" dirty="0">
                          <a:solidFill>
                            <a:srgbClr val="D9D9D9"/>
                          </a:solidFill>
                          <a:latin typeface="Arial" panose="020B0604020202020204"/>
                          <a:cs typeface="Arial" panose="020B0604020202020204"/>
                        </a:rPr>
                        <a:t>We provide a series of online tutorials that will guide you through the poster design process and answer your poster production questions. For complete template tutorials, go online to </a:t>
                      </a:r>
                      <a:r>
                        <a:rPr lang="en-US" sz="2800" i="0" dirty="0" err="1">
                          <a:solidFill>
                            <a:srgbClr val="FFC000"/>
                          </a:solidFill>
                          <a:latin typeface="Arial" panose="020B0604020202020204"/>
                          <a:cs typeface="Arial" panose="020B0604020202020204"/>
                        </a:rPr>
                        <a:t>PosterPresentations.com</a:t>
                      </a:r>
                      <a:r>
                        <a:rPr lang="en-US" sz="2800" i="0" dirty="0">
                          <a:solidFill>
                            <a:srgbClr val="D9D9D9"/>
                          </a:solidFill>
                          <a:latin typeface="Arial" panose="020B0604020202020204"/>
                          <a:cs typeface="Arial" panose="020B0604020202020204"/>
                        </a:rPr>
                        <a:t> and click on the  </a:t>
                      </a:r>
                      <a:r>
                        <a:rPr lang="en-US" sz="2800" i="0" dirty="0">
                          <a:solidFill>
                            <a:srgbClr val="FFC000"/>
                          </a:solidFill>
                          <a:latin typeface="Arial" panose="020B0604020202020204"/>
                          <a:cs typeface="Arial" panose="020B0604020202020204"/>
                        </a:rPr>
                        <a:t>HELP DESK</a:t>
                      </a:r>
                      <a:r>
                        <a:rPr lang="en-US" sz="2800" i="0" baseline="0" dirty="0">
                          <a:solidFill>
                            <a:srgbClr val="D9D9D9"/>
                          </a:solidFill>
                          <a:latin typeface="Arial" panose="020B0604020202020204"/>
                          <a:cs typeface="Arial" panose="020B0604020202020204"/>
                        </a:rPr>
                        <a:t> </a:t>
                      </a:r>
                      <a:r>
                        <a:rPr lang="en-US" sz="2800" i="0" dirty="0">
                          <a:solidFill>
                            <a:srgbClr val="D9D9D9"/>
                          </a:solidFill>
                          <a:latin typeface="Arial" panose="020B0604020202020204"/>
                          <a:cs typeface="Arial" panose="020B0604020202020204"/>
                        </a:rPr>
                        <a:t>tab.</a:t>
                      </a:r>
                      <a:endParaRPr lang="en-US" sz="2800" i="0" dirty="0">
                        <a:solidFill>
                          <a:srgbClr val="D9D9D9"/>
                        </a:solidFill>
                        <a:latin typeface="Arial" panose="020B0604020202020204"/>
                        <a:cs typeface="Arial" panose="020B0604020202020204"/>
                      </a:endParaRPr>
                    </a:p>
                    <a:p>
                      <a:pPr defTabSz="3765550"/>
                      <a:endParaRPr lang="en-US" sz="2800" i="0" dirty="0">
                        <a:solidFill>
                          <a:srgbClr val="D9D9D9"/>
                        </a:solidFill>
                        <a:latin typeface="Arial" panose="020B0604020202020204"/>
                        <a:cs typeface="Arial" panose="020B0604020202020204"/>
                      </a:endParaRPr>
                    </a:p>
                    <a:p>
                      <a:pPr defTabSz="3765550"/>
                      <a:r>
                        <a:rPr lang="en-US" sz="2800" i="0" dirty="0">
                          <a:solidFill>
                            <a:srgbClr val="D9D9D9"/>
                          </a:solidFill>
                          <a:latin typeface="Arial" panose="020B0604020202020204"/>
                          <a:cs typeface="Arial" panose="020B0604020202020204"/>
                        </a:rPr>
                        <a:t>To print your poster using our same-day professional printing service, go online to </a:t>
                      </a:r>
                      <a:r>
                        <a:rPr lang="en-US" sz="2800" i="0" dirty="0" err="1">
                          <a:solidFill>
                            <a:srgbClr val="FFC000"/>
                          </a:solidFill>
                          <a:latin typeface="Arial" panose="020B0604020202020204"/>
                          <a:cs typeface="Arial" panose="020B0604020202020204"/>
                        </a:rPr>
                        <a:t>PosterPresentations.com</a:t>
                      </a:r>
                      <a:r>
                        <a:rPr lang="en-US" sz="2800" i="0" dirty="0">
                          <a:solidFill>
                            <a:srgbClr val="D9D9D9"/>
                          </a:solidFill>
                          <a:latin typeface="Arial" panose="020B0604020202020204"/>
                          <a:cs typeface="Arial" panose="020B0604020202020204"/>
                        </a:rPr>
                        <a:t> and click on "</a:t>
                      </a:r>
                      <a:r>
                        <a:rPr lang="en-US" sz="2800" i="0" dirty="0">
                          <a:solidFill>
                            <a:srgbClr val="FFC000"/>
                          </a:solidFill>
                          <a:latin typeface="Arial" panose="020B0604020202020204"/>
                          <a:cs typeface="Arial" panose="020B0604020202020204"/>
                        </a:rPr>
                        <a:t>Order your poster</a:t>
                      </a:r>
                      <a:r>
                        <a:rPr lang="en-US" sz="2800" i="0" dirty="0">
                          <a:solidFill>
                            <a:srgbClr val="D9D9D9"/>
                          </a:solidFill>
                          <a:latin typeface="Arial" panose="020B0604020202020204"/>
                          <a:cs typeface="Arial" panose="020B0604020202020204"/>
                        </a:rPr>
                        <a:t>".</a:t>
                      </a:r>
                      <a:endParaRPr lang="en-US" sz="2800" b="1" dirty="0">
                        <a:solidFill>
                          <a:srgbClr val="D9D9D9"/>
                        </a:solidFill>
                        <a:latin typeface="Arial" panose="020B0604020202020204"/>
                        <a:cs typeface="Arial" panose="020B0604020202020204"/>
                      </a:endParaRPr>
                    </a:p>
                  </a:txBody>
                  <a:tcPr marL="182880" marT="137160">
                    <a:solidFill>
                      <a:srgbClr val="010101"/>
                    </a:solidFill>
                  </a:tcPr>
                </a:tc>
                <a:tc hMerge="1">
                  <a:tcPr>
                    <a:solidFill>
                      <a:schemeClr val="tx1">
                        <a:lumMod val="95000"/>
                        <a:lumOff val="5000"/>
                      </a:schemeClr>
                    </a:solidFill>
                  </a:tcPr>
                </a:tc>
              </a:tr>
              <a:tr h="6071131">
                <a:tc>
                  <a:txBody>
                    <a:bodyPr/>
                    <a:lstStyle/>
                    <a:p>
                      <a:pPr algn="ctr"/>
                      <a:endParaRPr lang="en-US" sz="2800" dirty="0">
                        <a:solidFill>
                          <a:srgbClr val="1F3A4E"/>
                        </a:solidFill>
                      </a:endParaRPr>
                    </a:p>
                    <a:p>
                      <a:pPr algn="ctr"/>
                      <a:endParaRPr lang="en-US" sz="2800" dirty="0">
                        <a:solidFill>
                          <a:srgbClr val="1F3A4E"/>
                        </a:solidFill>
                      </a:endParaRPr>
                    </a:p>
                    <a:p>
                      <a:pPr algn="ctr"/>
                      <a:r>
                        <a:rPr lang="en-US" sz="2800" dirty="0">
                          <a:solidFill>
                            <a:schemeClr val="bg1"/>
                          </a:solidFill>
                          <a:latin typeface="Arial" panose="020B0604020202020204" pitchFamily="34" charset="0"/>
                          <a:cs typeface="Arial" panose="020B0604020202020204" pitchFamily="34" charset="0"/>
                        </a:rPr>
                        <a:t>This is a template for a</a:t>
                      </a:r>
                      <a:endParaRPr lang="en-US" sz="2800" dirty="0">
                        <a:solidFill>
                          <a:schemeClr val="bg1"/>
                        </a:solidFill>
                        <a:latin typeface="Arial" panose="020B0604020202020204" pitchFamily="34" charset="0"/>
                        <a:cs typeface="Arial" panose="020B0604020202020204" pitchFamily="34" charset="0"/>
                      </a:endParaRPr>
                    </a:p>
                    <a:p>
                      <a:pPr algn="ctr"/>
                      <a:r>
                        <a:rPr lang="en-US" sz="2800" dirty="0">
                          <a:solidFill>
                            <a:schemeClr val="bg1"/>
                          </a:solidFill>
                          <a:latin typeface="Arial" panose="020B0604020202020204" pitchFamily="34" charset="0"/>
                          <a:cs typeface="Arial" panose="020B0604020202020204" pitchFamily="34" charset="0"/>
                        </a:rPr>
                        <a:t>presentation poster </a:t>
                      </a:r>
                      <a:br>
                        <a:rPr lang="en-US" sz="2800" dirty="0">
                          <a:solidFill>
                            <a:schemeClr val="bg1"/>
                          </a:solidFill>
                          <a:latin typeface="Arial" panose="020B0604020202020204" pitchFamily="34" charset="0"/>
                          <a:cs typeface="Arial" panose="020B0604020202020204" pitchFamily="34" charset="0"/>
                        </a:rPr>
                      </a:br>
                      <a:r>
                        <a:rPr lang="en-US" sz="4400" b="1" dirty="0">
                          <a:solidFill>
                            <a:srgbClr val="FFC000"/>
                          </a:solidFill>
                          <a:latin typeface="Arial" panose="020B0604020202020204" pitchFamily="34" charset="0"/>
                          <a:cs typeface="Arial" panose="020B0604020202020204" pitchFamily="34" charset="0"/>
                        </a:rPr>
                        <a:t>A0</a:t>
                      </a:r>
                      <a:endParaRPr lang="en-US" sz="4400" b="1" dirty="0">
                        <a:solidFill>
                          <a:srgbClr val="FFC000"/>
                        </a:solidFill>
                        <a:latin typeface="Arial" panose="020B0604020202020204" pitchFamily="34" charset="0"/>
                        <a:cs typeface="Arial" panose="020B0604020202020204" pitchFamily="34" charset="0"/>
                      </a:endParaRPr>
                    </a:p>
                    <a:p>
                      <a:pPr marL="0" marR="0" indent="0" algn="ctr" defTabSz="5381625" rtl="0" eaLnBrk="1" fontAlgn="auto" latinLnBrk="0" hangingPunct="1">
                        <a:lnSpc>
                          <a:spcPct val="100000"/>
                        </a:lnSpc>
                        <a:spcBef>
                          <a:spcPts val="0"/>
                        </a:spcBef>
                        <a:spcAft>
                          <a:spcPts val="0"/>
                        </a:spcAft>
                        <a:buClrTx/>
                        <a:buSzTx/>
                        <a:buFontTx/>
                        <a:buNone/>
                        <a:defRPr/>
                      </a:pPr>
                      <a:r>
                        <a:rPr lang="en-US" sz="2800" dirty="0">
                          <a:solidFill>
                            <a:srgbClr val="FFC000"/>
                          </a:solidFill>
                          <a:latin typeface="Arial" panose="020B0604020202020204" pitchFamily="34" charset="0"/>
                          <a:cs typeface="Arial" panose="020B0604020202020204" pitchFamily="34" charset="0"/>
                        </a:rPr>
                        <a:t>(841mm x 1189mm)</a:t>
                      </a:r>
                      <a:endParaRPr lang="en-US" sz="2800" dirty="0">
                        <a:solidFill>
                          <a:srgbClr val="FFC000"/>
                        </a:solidFill>
                        <a:latin typeface="Arial" panose="020B0604020202020204" pitchFamily="34" charset="0"/>
                        <a:cs typeface="Arial" panose="020B0604020202020204" pitchFamily="34" charset="0"/>
                      </a:endParaRPr>
                    </a:p>
                    <a:p>
                      <a:pPr marL="0" marR="0" indent="0" algn="ctr" defTabSz="5381625" rtl="0" eaLnBrk="1" fontAlgn="auto" latinLnBrk="0" hangingPunct="1">
                        <a:lnSpc>
                          <a:spcPct val="100000"/>
                        </a:lnSpc>
                        <a:spcBef>
                          <a:spcPts val="0"/>
                        </a:spcBef>
                        <a:spcAft>
                          <a:spcPts val="0"/>
                        </a:spcAft>
                        <a:buClrTx/>
                        <a:buSzTx/>
                        <a:buFontTx/>
                        <a:buNone/>
                        <a:defRPr/>
                      </a:pPr>
                      <a:r>
                        <a:rPr lang="en-US" sz="2800" dirty="0">
                          <a:solidFill>
                            <a:srgbClr val="FFC000"/>
                          </a:solidFill>
                          <a:latin typeface="Arial" panose="020B0604020202020204" pitchFamily="34" charset="0"/>
                          <a:cs typeface="Arial" panose="020B0604020202020204" pitchFamily="34" charset="0"/>
                        </a:rPr>
                        <a:t>(33.11 x 46.81 inches)</a:t>
                      </a:r>
                      <a:br>
                        <a:rPr lang="en-US" sz="2800" dirty="0">
                          <a:solidFill>
                            <a:schemeClr val="bg1"/>
                          </a:solidFill>
                          <a:latin typeface="Arial" panose="020B0604020202020204" pitchFamily="34" charset="0"/>
                          <a:cs typeface="Arial" panose="020B0604020202020204" pitchFamily="34" charset="0"/>
                        </a:rPr>
                      </a:br>
                      <a:endParaRPr lang="en-US" sz="2800" dirty="0">
                        <a:solidFill>
                          <a:srgbClr val="1F3A4E"/>
                        </a:solidFill>
                      </a:endParaRPr>
                    </a:p>
                  </a:txBody>
                  <a:tcPr>
                    <a:solidFill>
                      <a:srgbClr val="010101"/>
                    </a:solidFill>
                  </a:tcPr>
                </a:tc>
                <a:tc>
                  <a:txBody>
                    <a:bodyPr/>
                    <a:lstStyle/>
                    <a:p>
                      <a:pPr marL="0" marR="0" indent="0" algn="l" defTabSz="4389120" rtl="0" eaLnBrk="1" fontAlgn="auto" latinLnBrk="0" hangingPunct="1">
                        <a:lnSpc>
                          <a:spcPct val="100000"/>
                        </a:lnSpc>
                        <a:spcBef>
                          <a:spcPts val="0"/>
                        </a:spcBef>
                        <a:spcAft>
                          <a:spcPts val="0"/>
                        </a:spcAft>
                        <a:buClrTx/>
                        <a:buSzTx/>
                        <a:buFontTx/>
                        <a:buNone/>
                        <a:defRPr/>
                      </a:pPr>
                      <a:r>
                        <a:rPr lang="en-US" sz="3200" b="1" baseline="0" dirty="0">
                          <a:solidFill>
                            <a:srgbClr val="FFC000"/>
                          </a:solidFill>
                          <a:latin typeface="Arial" panose="020B0604020202020204" pitchFamily="34" charset="0"/>
                          <a:cs typeface="Arial" panose="020B0604020202020204" pitchFamily="34" charset="0"/>
                        </a:rPr>
                        <a:t>Important: Check the template size</a:t>
                      </a:r>
                      <a:br>
                        <a:rPr lang="en-US" sz="2800" b="0" baseline="0" dirty="0">
                          <a:solidFill>
                            <a:srgbClr val="FFC000"/>
                          </a:solidFill>
                          <a:latin typeface="Arial" panose="020B0604020202020204" pitchFamily="34" charset="0"/>
                          <a:cs typeface="Arial" panose="020B0604020202020204" pitchFamily="34" charset="0"/>
                        </a:rPr>
                      </a:br>
                      <a:r>
                        <a:rPr lang="en-US" sz="28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2800" b="0" baseline="0" dirty="0">
                          <a:solidFill>
                            <a:srgbClr val="D9D9D9"/>
                          </a:solidFill>
                          <a:latin typeface="Arial" panose="020B0604020202020204" pitchFamily="34" charset="0"/>
                          <a:cs typeface="Arial" panose="020B0604020202020204" pitchFamily="34" charset="0"/>
                        </a:rPr>
                      </a:br>
                      <a:endParaRPr lang="en-US" sz="2800" b="0" baseline="0" dirty="0">
                        <a:solidFill>
                          <a:srgbClr val="FFC000"/>
                        </a:solidFill>
                        <a:latin typeface="Arial" panose="020B0604020202020204" pitchFamily="34" charset="0"/>
                        <a:cs typeface="Arial" panose="020B0604020202020204" pitchFamily="34" charset="0"/>
                      </a:endParaRPr>
                    </a:p>
                  </a:txBody>
                  <a:tcPr marL="182880" marT="137160">
                    <a:solidFill>
                      <a:srgbClr val="010101"/>
                    </a:solidFill>
                  </a:tcPr>
                </a:tc>
              </a:tr>
              <a:tr h="4613954">
                <a:tc>
                  <a:txBody>
                    <a:bodyPr/>
                    <a:lstStyle/>
                    <a:p>
                      <a:endParaRPr lang="en-US" sz="2800" dirty="0">
                        <a:solidFill>
                          <a:srgbClr val="1F3A4E"/>
                        </a:solidFill>
                      </a:endParaRPr>
                    </a:p>
                  </a:txBody>
                  <a:tcPr>
                    <a:blipFill rotWithShape="1">
                      <a:blip r:embed="rId2"/>
                      <a:stretch>
                        <a:fillRect/>
                      </a:stretch>
                    </a:blipFill>
                  </a:tcPr>
                </a:tc>
                <a:tc>
                  <a:txBody>
                    <a:bodyPr/>
                    <a:lstStyle/>
                    <a:p>
                      <a:pPr algn="l"/>
                      <a:r>
                        <a:rPr lang="en-US" sz="3200" b="1" baseline="0" dirty="0">
                          <a:solidFill>
                            <a:srgbClr val="FFC000"/>
                          </a:solidFill>
                          <a:latin typeface="Arial" panose="020B0604020202020204" pitchFamily="34" charset="0"/>
                          <a:cs typeface="Arial" panose="020B0604020202020204" pitchFamily="34" charset="0"/>
                        </a:rPr>
                        <a:t>How to </a:t>
                      </a:r>
                      <a:r>
                        <a:rPr lang="en-US" sz="4800" b="1" baseline="0" dirty="0">
                          <a:solidFill>
                            <a:srgbClr val="FFC000"/>
                          </a:solidFill>
                          <a:latin typeface="Arial" panose="020B0604020202020204" pitchFamily="34" charset="0"/>
                          <a:cs typeface="Arial" panose="020B0604020202020204" pitchFamily="34" charset="0"/>
                        </a:rPr>
                        <a:t>Zoom in </a:t>
                      </a:r>
                      <a:r>
                        <a:rPr lang="en-US" sz="3200" b="1" baseline="0" dirty="0">
                          <a:solidFill>
                            <a:srgbClr val="FFC000"/>
                          </a:solidFill>
                          <a:latin typeface="Arial" panose="020B0604020202020204" pitchFamily="34" charset="0"/>
                          <a:cs typeface="Arial" panose="020B0604020202020204" pitchFamily="34" charset="0"/>
                        </a:rPr>
                        <a:t>and </a:t>
                      </a:r>
                      <a:r>
                        <a:rPr lang="en-US" sz="2400" b="1" baseline="0" dirty="0">
                          <a:solidFill>
                            <a:srgbClr val="FFC000"/>
                          </a:solidFill>
                          <a:latin typeface="Arial" panose="020B0604020202020204" pitchFamily="34" charset="0"/>
                          <a:cs typeface="Arial" panose="020B0604020202020204" pitchFamily="34" charset="0"/>
                        </a:rPr>
                        <a:t>out</a:t>
                      </a:r>
                      <a:endParaRPr lang="en-US" sz="3200" b="1" baseline="0" dirty="0">
                        <a:solidFill>
                          <a:srgbClr val="FFC000"/>
                        </a:solidFill>
                        <a:latin typeface="Arial" panose="020B0604020202020204" pitchFamily="34" charset="0"/>
                        <a:cs typeface="Arial" panose="020B0604020202020204" pitchFamily="34" charset="0"/>
                      </a:endParaRPr>
                    </a:p>
                    <a:p>
                      <a:pPr algn="l"/>
                      <a:r>
                        <a:rPr lang="en-US" sz="28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2800" b="0" baseline="0" dirty="0">
                          <a:solidFill>
                            <a:srgbClr val="D9D9D9"/>
                          </a:solidFill>
                          <a:latin typeface="Arial" panose="020B0604020202020204" pitchFamily="34" charset="0"/>
                          <a:cs typeface="Arial" panose="020B0604020202020204" pitchFamily="34" charset="0"/>
                        </a:rPr>
                      </a:br>
                      <a:r>
                        <a:rPr lang="en-US" sz="2800" b="0" baseline="0" dirty="0">
                          <a:solidFill>
                            <a:srgbClr val="FFC000"/>
                          </a:solidFill>
                          <a:latin typeface="Arial" panose="020B0604020202020204" pitchFamily="34" charset="0"/>
                          <a:cs typeface="Arial" panose="020B0604020202020204" pitchFamily="34" charset="0"/>
                        </a:rPr>
                        <a:t>1. </a:t>
                      </a:r>
                      <a:r>
                        <a:rPr lang="en-US" sz="28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2800" b="0" baseline="0" dirty="0">
                          <a:solidFill>
                            <a:srgbClr val="D9D9D9"/>
                          </a:solidFill>
                          <a:latin typeface="Arial" panose="020B0604020202020204" pitchFamily="34" charset="0"/>
                          <a:cs typeface="Arial" panose="020B0604020202020204" pitchFamily="34" charset="0"/>
                        </a:rPr>
                      </a:br>
                      <a:r>
                        <a:rPr lang="en-US" sz="2800" b="0" baseline="0" dirty="0">
                          <a:solidFill>
                            <a:srgbClr val="FFC000"/>
                          </a:solidFill>
                          <a:latin typeface="Arial" panose="020B0604020202020204" pitchFamily="34" charset="0"/>
                          <a:cs typeface="Arial" panose="020B0604020202020204" pitchFamily="34" charset="0"/>
                        </a:rPr>
                        <a:t>2. </a:t>
                      </a:r>
                      <a:r>
                        <a:rPr lang="en-US" sz="28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endParaRPr lang="en-US" sz="2800" b="0" baseline="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r>
              <a:tr h="2820929">
                <a:tc gridSpan="2">
                  <a:txBody>
                    <a:bodyPr/>
                    <a:lstStyle/>
                    <a:p>
                      <a:pPr marL="0" marR="0" lvl="0" indent="0" algn="l" defTabSz="4389120" rtl="0" eaLnBrk="1" fontAlgn="auto" latinLnBrk="0" hangingPunct="1">
                        <a:lnSpc>
                          <a:spcPct val="100000"/>
                        </a:lnSpc>
                        <a:spcBef>
                          <a:spcPts val="0"/>
                        </a:spcBef>
                        <a:spcAft>
                          <a:spcPts val="0"/>
                        </a:spcAft>
                        <a:buClrTx/>
                        <a:buSzTx/>
                        <a:buFontTx/>
                        <a:buNone/>
                        <a:defRPr/>
                      </a:pPr>
                      <a:r>
                        <a:rPr lang="en-US" sz="3200" b="1" baseline="0" dirty="0">
                          <a:solidFill>
                            <a:srgbClr val="FFC000"/>
                          </a:solidFill>
                          <a:latin typeface="Arial" panose="020B0604020202020204" pitchFamily="34" charset="0"/>
                          <a:cs typeface="Arial" panose="020B0604020202020204" pitchFamily="34" charset="0"/>
                        </a:rPr>
                        <a:t>Ruler and Guides</a:t>
                      </a:r>
                      <a:br>
                        <a:rPr lang="en-US" sz="2800" b="0" baseline="0" dirty="0">
                          <a:solidFill>
                            <a:srgbClr val="FFC000"/>
                          </a:solidFill>
                          <a:latin typeface="Arial" panose="020B0604020202020204" pitchFamily="34" charset="0"/>
                          <a:cs typeface="Arial" panose="020B0604020202020204" pitchFamily="34" charset="0"/>
                        </a:rPr>
                      </a:br>
                      <a:r>
                        <a:rPr lang="en-US" sz="28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endParaRPr lang="en-US" sz="2800" b="0" baseline="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cPr marL="182880" marT="137160">
                    <a:solidFill>
                      <a:schemeClr val="tx1">
                        <a:lumMod val="95000"/>
                        <a:lumOff val="5000"/>
                      </a:schemeClr>
                    </a:solidFill>
                  </a:tcPr>
                </a:tc>
              </a:tr>
              <a:tr h="5580535">
                <a:tc>
                  <a:txBody>
                    <a:bodyPr/>
                    <a:lstStyle/>
                    <a:p>
                      <a:endParaRPr lang="en-US" sz="2800" dirty="0">
                        <a:solidFill>
                          <a:srgbClr val="1F3A4E"/>
                        </a:solidFill>
                      </a:endParaRPr>
                    </a:p>
                  </a:txBody>
                  <a:tcPr>
                    <a:blipFill rotWithShape="1">
                      <a:blip r:embed="rId3"/>
                      <a:stretch>
                        <a:fillRect/>
                      </a:stretch>
                    </a:blipFill>
                  </a:tcPr>
                </a:tc>
                <a:tc>
                  <a:txBody>
                    <a:bodyPr/>
                    <a:lstStyle/>
                    <a:p>
                      <a:pPr marL="0" lvl="1" indent="0" algn="l" defTabSz="114300"/>
                      <a:r>
                        <a:rPr lang="en-US" sz="3200" b="1" baseline="0" dirty="0">
                          <a:solidFill>
                            <a:srgbClr val="FFC000"/>
                          </a:solidFill>
                          <a:latin typeface="Arial" panose="020B0604020202020204" pitchFamily="34" charset="0"/>
                          <a:cs typeface="Arial" panose="020B0604020202020204" pitchFamily="34" charset="0"/>
                        </a:rPr>
                        <a:t>Headers and text containers</a:t>
                      </a:r>
                      <a:br>
                        <a:rPr lang="en-US" sz="2800" b="0" baseline="0" dirty="0">
                          <a:solidFill>
                            <a:schemeClr val="bg1"/>
                          </a:solidFill>
                          <a:latin typeface="Arial" panose="020B0604020202020204" pitchFamily="34" charset="0"/>
                          <a:cs typeface="Arial" panose="020B0604020202020204" pitchFamily="34" charset="0"/>
                        </a:rPr>
                      </a:br>
                      <a:r>
                        <a:rPr lang="en-US" sz="28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2800" b="0" baseline="0" dirty="0">
                          <a:solidFill>
                            <a:schemeClr val="bg1"/>
                          </a:solidFill>
                          <a:latin typeface="Arial" panose="020B0604020202020204" pitchFamily="34" charset="0"/>
                          <a:cs typeface="Arial" panose="020B0604020202020204" pitchFamily="34" charset="0"/>
                        </a:rPr>
                      </a:br>
                      <a:r>
                        <a:rPr lang="en-US" sz="2800" b="0" baseline="0" dirty="0">
                          <a:solidFill>
                            <a:srgbClr val="FFC000"/>
                          </a:solidFill>
                          <a:latin typeface="Arial" panose="020B0604020202020204" pitchFamily="34" charset="0"/>
                          <a:cs typeface="Arial" panose="020B0604020202020204" pitchFamily="34" charset="0"/>
                        </a:rPr>
                        <a:t>-</a:t>
                      </a:r>
                      <a:r>
                        <a:rPr lang="en-US" sz="2800" b="0" baseline="0" dirty="0">
                          <a:solidFill>
                            <a:schemeClr val="bg1"/>
                          </a:solidFill>
                          <a:latin typeface="Arial" panose="020B0604020202020204" pitchFamily="34" charset="0"/>
                          <a:cs typeface="Arial" panose="020B0604020202020204" pitchFamily="34" charset="0"/>
                        </a:rPr>
                        <a:t> </a:t>
                      </a:r>
                      <a:r>
                        <a:rPr lang="en-US" sz="28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2800" b="0" baseline="0" dirty="0">
                          <a:solidFill>
                            <a:schemeClr val="bg1"/>
                          </a:solidFill>
                          <a:latin typeface="Arial" panose="020B0604020202020204" pitchFamily="34" charset="0"/>
                          <a:cs typeface="Arial" panose="020B0604020202020204" pitchFamily="34" charset="0"/>
                        </a:rPr>
                      </a:br>
                      <a:r>
                        <a:rPr lang="en-US" sz="2800" b="0" baseline="0" dirty="0">
                          <a:solidFill>
                            <a:srgbClr val="FFC000"/>
                          </a:solidFill>
                          <a:latin typeface="Arial" panose="020B0604020202020204" pitchFamily="34" charset="0"/>
                          <a:cs typeface="Arial" panose="020B0604020202020204" pitchFamily="34" charset="0"/>
                        </a:rPr>
                        <a:t>-</a:t>
                      </a:r>
                      <a:r>
                        <a:rPr lang="en-US" sz="2800" b="0" baseline="0" dirty="0">
                          <a:solidFill>
                            <a:schemeClr val="bg1"/>
                          </a:solidFill>
                          <a:latin typeface="Arial" panose="020B0604020202020204" pitchFamily="34" charset="0"/>
                          <a:cs typeface="Arial" panose="020B0604020202020204" pitchFamily="34" charset="0"/>
                        </a:rPr>
                        <a:t> </a:t>
                      </a:r>
                      <a:r>
                        <a:rPr lang="en-US" sz="28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2800" b="0" baseline="0" dirty="0">
                          <a:solidFill>
                            <a:schemeClr val="bg1"/>
                          </a:solidFill>
                          <a:latin typeface="Arial" panose="020B0604020202020204" pitchFamily="34" charset="0"/>
                          <a:cs typeface="Arial" panose="020B0604020202020204" pitchFamily="34" charset="0"/>
                        </a:rPr>
                      </a:br>
                      <a:r>
                        <a:rPr lang="en-US" sz="2800" b="0" baseline="0" dirty="0">
                          <a:solidFill>
                            <a:srgbClr val="FFC000"/>
                          </a:solidFill>
                          <a:latin typeface="Arial" panose="020B0604020202020204" pitchFamily="34" charset="0"/>
                          <a:cs typeface="Arial" panose="020B0604020202020204" pitchFamily="34" charset="0"/>
                        </a:rPr>
                        <a:t>-</a:t>
                      </a:r>
                      <a:r>
                        <a:rPr lang="en-US" sz="2800" b="0" baseline="0" dirty="0">
                          <a:solidFill>
                            <a:schemeClr val="bg1"/>
                          </a:solidFill>
                          <a:latin typeface="Arial" panose="020B0604020202020204" pitchFamily="34" charset="0"/>
                          <a:cs typeface="Arial" panose="020B0604020202020204" pitchFamily="34" charset="0"/>
                        </a:rPr>
                        <a:t> </a:t>
                      </a:r>
                      <a:r>
                        <a:rPr lang="en-US" sz="28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endParaRPr lang="en-US" sz="2800" b="0" baseline="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r>
              <a:tr h="4538017">
                <a:tc gridSpan="2">
                  <a:txBody>
                    <a:bodyPr/>
                    <a:lstStyle/>
                    <a:p>
                      <a:r>
                        <a:rPr lang="en-US" sz="3200" b="1" dirty="0">
                          <a:solidFill>
                            <a:srgbClr val="FFC000"/>
                          </a:solidFill>
                          <a:latin typeface="Arial" panose="020B0604020202020204" pitchFamily="34" charset="0"/>
                          <a:cs typeface="Arial" panose="020B0604020202020204" pitchFamily="34" charset="0"/>
                        </a:rPr>
                        <a:t>Adding content to the poster</a:t>
                      </a:r>
                      <a:endParaRPr lang="en-US" sz="3200" b="1" dirty="0">
                        <a:solidFill>
                          <a:srgbClr val="FFC000"/>
                        </a:solidFill>
                        <a:latin typeface="Arial" panose="020B0604020202020204" pitchFamily="34" charset="0"/>
                        <a:cs typeface="Arial" panose="020B0604020202020204" pitchFamily="34" charset="0"/>
                      </a:endParaRPr>
                    </a:p>
                    <a:p>
                      <a:r>
                        <a:rPr lang="en-US" sz="28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endParaRPr lang="en-US" sz="2800" baseline="0" dirty="0">
                        <a:solidFill>
                          <a:srgbClr val="D9D9D9"/>
                        </a:solidFill>
                        <a:latin typeface="Arial" panose="020B0604020202020204" pitchFamily="34" charset="0"/>
                        <a:cs typeface="Arial" panose="020B0604020202020204" pitchFamily="34" charset="0"/>
                      </a:endParaRPr>
                    </a:p>
                    <a:p>
                      <a:pPr marL="342900" indent="-342900">
                        <a:buFontTx/>
                        <a:buChar char="-"/>
                      </a:pPr>
                      <a:r>
                        <a:rPr lang="en-US" sz="28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28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cPr marL="182880" marT="137160">
                    <a:solidFill>
                      <a:srgbClr val="010101"/>
                    </a:solidFill>
                  </a:tcPr>
                </a:tc>
              </a:tr>
              <a:tr h="3004905">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3200" b="1" noProof="0" dirty="0">
                          <a:solidFill>
                            <a:srgbClr val="FFC000"/>
                          </a:solidFill>
                          <a:latin typeface="Arial" panose="020B0604020202020204" pitchFamily="34" charset="0"/>
                          <a:cs typeface="Arial" panose="020B0604020202020204" pitchFamily="34" charset="0"/>
                        </a:rPr>
                        <a:t>Photos</a:t>
                      </a:r>
                      <a:endParaRPr lang="en-US" sz="3200" b="1" noProof="0" dirty="0">
                        <a:solidFill>
                          <a:srgbClr val="FFC000"/>
                        </a:solidFill>
                        <a:latin typeface="Arial" panose="020B0604020202020204" pitchFamily="34" charset="0"/>
                        <a:cs typeface="Arial" panose="020B0604020202020204" pitchFamily="34" charset="0"/>
                      </a:endParaRPr>
                    </a:p>
                    <a:p>
                      <a:pPr marL="0" marR="0" lvl="0" indent="0" algn="l" defTabSz="977900" rtl="0" eaLnBrk="1" fontAlgn="auto" latinLnBrk="0" hangingPunct="1">
                        <a:lnSpc>
                          <a:spcPct val="100000"/>
                        </a:lnSpc>
                        <a:spcBef>
                          <a:spcPts val="0"/>
                        </a:spcBef>
                        <a:spcAft>
                          <a:spcPts val="0"/>
                        </a:spcAft>
                        <a:buClrTx/>
                        <a:buSzTx/>
                        <a:buFontTx/>
                        <a:buNone/>
                        <a:defRPr/>
                      </a:pPr>
                      <a:r>
                        <a:rPr kumimoji="0" lang="en-US" sz="2800" b="0" i="0" u="none" strike="noStrike" kern="1200" cap="none" spc="0" normalizeH="0" baseline="0" noProof="0" dirty="0">
                          <a:ln>
                            <a:noFill/>
                          </a:ln>
                          <a:solidFill>
                            <a:srgbClr val="D9D9D9"/>
                          </a:solidFill>
                          <a:effectLst/>
                          <a:uLnTx/>
                          <a:uFillTx/>
                          <a:latin typeface="Arial" panose="020B0604020202020204"/>
                          <a:ea typeface="+mn-ea"/>
                          <a:cs typeface="Arial" panose="020B0604020202020204"/>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endParaRPr kumimoji="0" lang="en-US" sz="2800" b="0" i="0" u="none" strike="noStrike" kern="1200" cap="none" spc="0" normalizeH="0" baseline="0" noProof="0" dirty="0">
                        <a:ln>
                          <a:noFill/>
                        </a:ln>
                        <a:solidFill>
                          <a:srgbClr val="D9D9D9"/>
                        </a:solidFill>
                        <a:effectLst/>
                        <a:uLnTx/>
                        <a:uFillTx/>
                        <a:latin typeface="Arial" panose="020B0604020202020204"/>
                        <a:ea typeface="+mn-ea"/>
                        <a:cs typeface="Arial" panose="020B0604020202020204"/>
                      </a:endParaRPr>
                    </a:p>
                  </a:txBody>
                  <a:tcPr marL="182880" marT="137160">
                    <a:solidFill>
                      <a:srgbClr val="010101"/>
                    </a:solidFill>
                  </a:tcPr>
                </a:tc>
                <a:tc hMerge="1">
                  <a:tcPr/>
                </a:tc>
              </a:tr>
              <a:tr h="2642862">
                <a:tc gridSpan="2">
                  <a:txBody>
                    <a:bodyPr/>
                    <a:lstStyle/>
                    <a:p>
                      <a:endParaRPr lang="en-US" sz="2800" dirty="0">
                        <a:solidFill>
                          <a:schemeClr val="bg1"/>
                        </a:solidFill>
                        <a:latin typeface="Arial" panose="020B0604020202020204" pitchFamily="34" charset="0"/>
                        <a:cs typeface="Arial" panose="020B0604020202020204" pitchFamily="34" charset="0"/>
                      </a:endParaRPr>
                    </a:p>
                  </a:txBody>
                  <a:tcPr marL="182880" marT="137160">
                    <a:blipFill rotWithShape="1">
                      <a:blip r:embed="rId4"/>
                      <a:stretch>
                        <a:fillRect/>
                      </a:stretch>
                    </a:blipFill>
                  </a:tcPr>
                </a:tc>
                <a:tc hMerge="1">
                  <a:tcPr/>
                </a:tc>
              </a:tr>
              <a:tr h="3266912">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3200" b="1" noProof="0" dirty="0">
                          <a:solidFill>
                            <a:srgbClr val="FFC000"/>
                          </a:solidFill>
                          <a:latin typeface="Arial" panose="020B0604020202020204"/>
                          <a:cs typeface="Arial" panose="020B0604020202020204"/>
                        </a:rPr>
                        <a:t>Quality check your graphics</a:t>
                      </a:r>
                      <a:endParaRPr lang="en-US" sz="3200" b="1" noProof="0" dirty="0">
                        <a:solidFill>
                          <a:srgbClr val="FFC000"/>
                        </a:solidFill>
                        <a:latin typeface="Arial" panose="020B0604020202020204"/>
                        <a:cs typeface="Arial" panose="020B0604020202020204"/>
                      </a:endParaRPr>
                    </a:p>
                    <a:p>
                      <a:pPr marL="0" marR="0" lvl="0" indent="0" algn="l" defTabSz="1518285" rtl="0" eaLnBrk="1" fontAlgn="auto" latinLnBrk="0" hangingPunct="1">
                        <a:lnSpc>
                          <a:spcPct val="100000"/>
                        </a:lnSpc>
                        <a:spcBef>
                          <a:spcPts val="0"/>
                        </a:spcBef>
                        <a:spcAft>
                          <a:spcPts val="0"/>
                        </a:spcAft>
                        <a:buClrTx/>
                        <a:buSzTx/>
                        <a:buFontTx/>
                        <a:buNone/>
                        <a:defRPr/>
                      </a:pPr>
                      <a:r>
                        <a:rPr lang="en-US" sz="2800" noProof="0" dirty="0">
                          <a:solidFill>
                            <a:srgbClr val="D9D9D9"/>
                          </a:solidFill>
                          <a:latin typeface="Arial" panose="020B0604020202020204"/>
                          <a:cs typeface="Arial" panose="020B0604020202020204"/>
                        </a:rPr>
                        <a:t>Zoom in and look at your images at 100%-200% magnification. If they look clear, they will print well. </a:t>
                      </a:r>
                      <a:endParaRPr lang="en-US" sz="2800" noProof="0" dirty="0">
                        <a:solidFill>
                          <a:srgbClr val="D9D9D9"/>
                        </a:solidFill>
                        <a:latin typeface="Arial" panose="020B0604020202020204"/>
                        <a:cs typeface="Arial" panose="020B0604020202020204"/>
                      </a:endParaRPr>
                    </a:p>
                  </a:txBody>
                  <a:tcPr marL="182880" marT="137160">
                    <a:solidFill>
                      <a:srgbClr val="010101"/>
                    </a:solidFill>
                  </a:tcPr>
                </a:tc>
                <a:tc hMerge="1">
                  <a:tcPr>
                    <a:solidFill>
                      <a:schemeClr val="tx1">
                        <a:lumMod val="95000"/>
                        <a:lumOff val="5000"/>
                      </a:schemeClr>
                    </a:solidFill>
                  </a:tcPr>
                </a:tc>
              </a:tr>
              <a:tr h="3673307">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endParaRPr lang="en-US" sz="2800" noProof="0" dirty="0">
                        <a:solidFill>
                          <a:schemeClr val="bg1"/>
                        </a:solidFill>
                        <a:latin typeface="Arial" panose="020B0604020202020204"/>
                        <a:cs typeface="Arial" panose="020B0604020202020204"/>
                      </a:endParaRPr>
                    </a:p>
                  </a:txBody>
                  <a:tcPr marL="182880" marT="137160">
                    <a:blipFill rotWithShape="1">
                      <a:blip r:embed="rId5"/>
                      <a:stretch>
                        <a:fillRect/>
                      </a:stretch>
                    </a:blipFill>
                  </a:tcPr>
                </a:tc>
                <a:tc hMerge="1">
                  <a:tcPr/>
                </a:tc>
              </a:tr>
            </a:tbl>
          </a:graphicData>
        </a:graphic>
      </p:graphicFrame>
      <p:graphicFrame>
        <p:nvGraphicFramePr>
          <p:cNvPr id="4" name="Table 3"/>
          <p:cNvGraphicFramePr>
            <a:graphicFrameLocks noGrp="1"/>
          </p:cNvGraphicFramePr>
          <p:nvPr userDrawn="1"/>
        </p:nvGraphicFramePr>
        <p:xfrm>
          <a:off x="30776244" y="0"/>
          <a:ext cx="12607943" cy="42781749"/>
        </p:xfrm>
        <a:graphic>
          <a:graphicData uri="http://schemas.openxmlformats.org/drawingml/2006/table">
            <a:tbl>
              <a:tblPr firstRow="1" bandRow="1">
                <a:tableStyleId>{5C22544A-7EE6-4342-B048-85BDC9FD1C3A}</a:tableStyleId>
              </a:tblPr>
              <a:tblGrid>
                <a:gridCol w="4947323"/>
                <a:gridCol w="1486295"/>
                <a:gridCol w="6174325"/>
              </a:tblGrid>
              <a:tr h="1660717">
                <a:tc gridSpan="3">
                  <a:txBody>
                    <a:bodyPr/>
                    <a:lstStyle/>
                    <a:p>
                      <a:pPr marL="0" marR="0" indent="0" algn="ctr" defTabSz="4389120" rtl="0" eaLnBrk="1" fontAlgn="auto" latinLnBrk="0" hangingPunct="1">
                        <a:lnSpc>
                          <a:spcPct val="100000"/>
                        </a:lnSpc>
                        <a:spcBef>
                          <a:spcPts val="0"/>
                        </a:spcBef>
                        <a:spcAft>
                          <a:spcPts val="0"/>
                        </a:spcAft>
                        <a:buClrTx/>
                        <a:buSzTx/>
                        <a:buFontTx/>
                        <a:buNone/>
                        <a:defRPr/>
                      </a:pPr>
                      <a:r>
                        <a:rPr lang="en-US" sz="4400" b="0" spc="600" dirty="0">
                          <a:solidFill>
                            <a:srgbClr val="1F3A4E"/>
                          </a:solidFill>
                          <a:latin typeface="Arial Black" panose="020B0A04020102020204" pitchFamily="34" charset="0"/>
                        </a:rPr>
                        <a:t>QUICK START GUIDE</a:t>
                      </a:r>
                      <a:br>
                        <a:rPr lang="en-US" sz="4400" b="0" spc="600" dirty="0">
                          <a:solidFill>
                            <a:srgbClr val="1F3A4E"/>
                          </a:solidFill>
                          <a:latin typeface="Arial Black" panose="020B0A04020102020204" pitchFamily="34" charset="0"/>
                        </a:rPr>
                      </a:br>
                      <a:r>
                        <a:rPr lang="en-US" sz="3600" b="1" spc="0" dirty="0">
                          <a:solidFill>
                            <a:srgbClr val="FF0000"/>
                          </a:solidFill>
                          <a:latin typeface="Trebuchet MS" panose="020B0603020202020204" pitchFamily="34" charset="0"/>
                        </a:rPr>
                        <a:t>(THIS SIDEBAR WILL NOT PRINT)</a:t>
                      </a:r>
                      <a:endParaRPr lang="en-US" sz="4400" b="1" spc="600" dirty="0">
                        <a:solidFill>
                          <a:schemeClr val="bg1"/>
                        </a:solidFill>
                        <a:latin typeface="Trebuchet MS" panose="020B0603020202020204" pitchFamily="34" charset="0"/>
                      </a:endParaRPr>
                    </a:p>
                  </a:txBody>
                  <a:tcPr marL="182880" marT="137160">
                    <a:solidFill>
                      <a:srgbClr val="FFC000"/>
                    </a:solidFill>
                  </a:tcPr>
                </a:tc>
                <a:tc hMerge="1">
                  <a:tcPr/>
                </a:tc>
                <a:tc hMerge="1">
                  <a:tcPr/>
                </a:tc>
              </a:tr>
              <a:tr h="7979388">
                <a:tc gridSpan="3">
                  <a:txBody>
                    <a:bodyPr/>
                    <a:lstStyle/>
                    <a:p>
                      <a:pPr algn="l"/>
                      <a:r>
                        <a:rPr lang="en-US" sz="3200" b="1" baseline="0" dirty="0">
                          <a:solidFill>
                            <a:srgbClr val="FFC000"/>
                          </a:solidFill>
                          <a:latin typeface="Arial" panose="020B0604020202020204" pitchFamily="34" charset="0"/>
                          <a:cs typeface="Arial" panose="020B0604020202020204" pitchFamily="34" charset="0"/>
                        </a:rPr>
                        <a:t>How to change the template colors</a:t>
                      </a:r>
                      <a:endParaRPr lang="en-US" sz="3200" b="1" baseline="0" dirty="0">
                        <a:solidFill>
                          <a:srgbClr val="FFC000"/>
                        </a:solidFill>
                        <a:latin typeface="Arial" panose="020B0604020202020204" pitchFamily="34" charset="0"/>
                        <a:cs typeface="Arial" panose="020B0604020202020204" pitchFamily="34" charset="0"/>
                      </a:endParaRPr>
                    </a:p>
                    <a:p>
                      <a:pPr marL="0" indent="0" algn="l" defTabSz="114300"/>
                      <a:r>
                        <a:rPr lang="en-US" sz="28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2800" dirty="0">
                          <a:solidFill>
                            <a:srgbClr val="FFC000"/>
                          </a:solidFill>
                          <a:hlinkClick r:id="rId6"/>
                        </a:rPr>
                        <a:t>https://www.posterpresentations.com/how-to-change-the-research-poster-template-colors.html</a:t>
                      </a:r>
                      <a:endParaRPr lang="en-US" sz="2800" dirty="0">
                        <a:solidFill>
                          <a:srgbClr val="FFC000"/>
                        </a:solidFill>
                      </a:endParaRPr>
                    </a:p>
                    <a:p>
                      <a:pPr marL="0" indent="0" algn="l" defTabSz="114300"/>
                      <a:endParaRPr lang="en-US" sz="28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8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endParaRPr lang="en-US" sz="2800" b="0" baseline="0" dirty="0">
                        <a:solidFill>
                          <a:srgbClr val="D9D9D9"/>
                        </a:solidFill>
                        <a:latin typeface="Arial" panose="020B0604020202020204" pitchFamily="34" charset="0"/>
                        <a:cs typeface="Arial" panose="020B0604020202020204" pitchFamily="34" charset="0"/>
                      </a:endParaRPr>
                    </a:p>
                    <a:p>
                      <a:pPr marL="0" indent="0" algn="l" defTabSz="114300"/>
                      <a:endParaRPr lang="en-US" sz="28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8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endParaRPr lang="en-US" sz="2800" b="0" baseline="0" dirty="0">
                        <a:solidFill>
                          <a:srgbClr val="D9D9D9"/>
                        </a:solidFill>
                        <a:latin typeface="Arial" panose="020B0604020202020204" pitchFamily="34" charset="0"/>
                        <a:cs typeface="Arial" panose="020B0604020202020204" pitchFamily="34" charset="0"/>
                      </a:endParaRPr>
                    </a:p>
                  </a:txBody>
                  <a:tcPr marL="182880" marT="137160">
                    <a:solidFill>
                      <a:schemeClr val="tx1"/>
                    </a:solidFill>
                  </a:tcPr>
                </a:tc>
                <a:tc hMerge="1">
                  <a:tcPr/>
                </a:tc>
                <a:tc hMerge="1">
                  <a:tcPr/>
                </a:tc>
              </a:tr>
              <a:tr h="5933721">
                <a:tc gridSpan="3">
                  <a:txBody>
                    <a:bodyPr/>
                    <a:lstStyle/>
                    <a:p>
                      <a:r>
                        <a:rPr lang="en-US" sz="3200" b="1" dirty="0">
                          <a:solidFill>
                            <a:srgbClr val="FFC000"/>
                          </a:solidFill>
                          <a:latin typeface="Arial" panose="020B0604020202020204" pitchFamily="34" charset="0"/>
                          <a:cs typeface="Arial" panose="020B0604020202020204" pitchFamily="34" charset="0"/>
                        </a:rPr>
                        <a:t>How to change the column layout configuration</a:t>
                      </a:r>
                      <a:endParaRPr lang="en-US" sz="3200" b="1" dirty="0">
                        <a:solidFill>
                          <a:srgbClr val="FFC000"/>
                        </a:solidFill>
                        <a:latin typeface="Arial" panose="020B0604020202020204" pitchFamily="34" charset="0"/>
                        <a:cs typeface="Arial" panose="020B0604020202020204" pitchFamily="34" charset="0"/>
                      </a:endParaRPr>
                    </a:p>
                    <a:p>
                      <a:r>
                        <a:rPr lang="en-US" sz="28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endParaRPr lang="en-US" sz="2800" dirty="0">
                        <a:solidFill>
                          <a:srgbClr val="D9D9D9"/>
                        </a:solidFill>
                        <a:latin typeface="Arial" panose="020B0604020202020204" pitchFamily="34" charset="0"/>
                        <a:cs typeface="Arial" panose="020B0604020202020204" pitchFamily="34" charset="0"/>
                      </a:endParaRPr>
                    </a:p>
                    <a:p>
                      <a:pPr marL="0" marR="0" indent="0" algn="l" defTabSz="3765550" rtl="0" eaLnBrk="1" fontAlgn="auto" latinLnBrk="0" hangingPunct="1">
                        <a:lnSpc>
                          <a:spcPct val="100000"/>
                        </a:lnSpc>
                        <a:spcBef>
                          <a:spcPts val="0"/>
                        </a:spcBef>
                        <a:spcAft>
                          <a:spcPts val="0"/>
                        </a:spcAft>
                        <a:buClrTx/>
                        <a:buSzTx/>
                        <a:buFontTx/>
                        <a:buNone/>
                        <a:defRPr/>
                      </a:pPr>
                      <a:r>
                        <a:rPr lang="en-US" sz="2800" dirty="0">
                          <a:solidFill>
                            <a:srgbClr val="D9D9D9"/>
                          </a:solidFill>
                          <a:latin typeface="Arial" panose="020B0604020202020204" pitchFamily="34" charset="0"/>
                          <a:cs typeface="Arial" panose="020B0604020202020204" pitchFamily="34" charset="0"/>
                        </a:rPr>
                        <a:t>You can see a tutorial here: </a:t>
                      </a:r>
                      <a:r>
                        <a:rPr lang="en-US" sz="2800" u="sng" dirty="0">
                          <a:solidFill>
                            <a:srgbClr val="FFC000"/>
                          </a:solidFill>
                          <a:latin typeface="Arial" panose="020B0604020202020204" pitchFamily="34" charset="0"/>
                          <a:cs typeface="Arial" panose="020B0604020202020204" pitchFamily="34" charset="0"/>
                        </a:rPr>
                        <a:t>https://</a:t>
                      </a:r>
                      <a:r>
                        <a:rPr lang="en-US" sz="2800" u="sng" dirty="0" err="1">
                          <a:solidFill>
                            <a:srgbClr val="FFC000"/>
                          </a:solidFill>
                          <a:latin typeface="Arial" panose="020B0604020202020204" pitchFamily="34" charset="0"/>
                          <a:cs typeface="Arial" panose="020B0604020202020204" pitchFamily="34" charset="0"/>
                        </a:rPr>
                        <a:t>www.posterpresentations.com</a:t>
                      </a:r>
                      <a:r>
                        <a:rPr lang="en-US" sz="2800" u="sng" dirty="0">
                          <a:solidFill>
                            <a:srgbClr val="FFC000"/>
                          </a:solidFill>
                          <a:latin typeface="Arial" panose="020B0604020202020204" pitchFamily="34" charset="0"/>
                          <a:cs typeface="Arial" panose="020B0604020202020204" pitchFamily="34" charset="0"/>
                        </a:rPr>
                        <a:t>/how-to-change-the-column-</a:t>
                      </a:r>
                      <a:r>
                        <a:rPr lang="en-US" sz="2800" u="sng" dirty="0" err="1">
                          <a:solidFill>
                            <a:srgbClr val="FFC000"/>
                          </a:solidFill>
                          <a:latin typeface="Arial" panose="020B0604020202020204" pitchFamily="34" charset="0"/>
                          <a:cs typeface="Arial" panose="020B0604020202020204" pitchFamily="34" charset="0"/>
                        </a:rPr>
                        <a:t>configuration.html</a:t>
                      </a:r>
                      <a:endParaRPr lang="en-US" sz="6000" u="sng" dirty="0">
                        <a:solidFill>
                          <a:srgbClr val="FFC000"/>
                        </a:solidFill>
                      </a:endParaRPr>
                    </a:p>
                  </a:txBody>
                  <a:tcPr marL="182880" marT="137160">
                    <a:solidFill>
                      <a:schemeClr val="tx1"/>
                    </a:solidFill>
                  </a:tcPr>
                </a:tc>
                <a:tc hMerge="1">
                  <a:tcPr/>
                </a:tc>
                <a:tc hMerge="1">
                  <a:tcPr marL="182880" marT="137160">
                    <a:solidFill>
                      <a:srgbClr val="010101"/>
                    </a:solidFill>
                  </a:tcPr>
                </a:tc>
              </a:tr>
              <a:tr h="2338318">
                <a:tc>
                  <a:txBody>
                    <a:bodyPr/>
                    <a:lstStyle/>
                    <a:p>
                      <a:pPr marL="0" marR="0" lvl="0" indent="0" algn="l" defTabSz="1518285" rtl="0" eaLnBrk="1" fontAlgn="auto" latinLnBrk="0" hangingPunct="1">
                        <a:lnSpc>
                          <a:spcPct val="100000"/>
                        </a:lnSpc>
                        <a:spcBef>
                          <a:spcPts val="0"/>
                        </a:spcBef>
                        <a:spcAft>
                          <a:spcPts val="0"/>
                        </a:spcAft>
                        <a:buClrTx/>
                        <a:buSzTx/>
                        <a:buFontTx/>
                        <a:buNone/>
                        <a:defRPr/>
                      </a:pPr>
                      <a:endParaRPr lang="en-US" sz="28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7">
                        <a:extLst>
                          <a:ext uri="{28A0092B-C50C-407E-A947-70E740481C1C}">
                            <a14:useLocalDpi xmlns:a14="http://schemas.microsoft.com/office/drawing/2010/main" val="0"/>
                          </a:ext>
                        </a:extLst>
                      </a:blip>
                      <a:srcRect/>
                      <a:stretch>
                        <a:fillRect/>
                      </a:stretch>
                    </a:blipFill>
                  </a:tcPr>
                </a:tc>
                <a:tc rowSpan="2"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32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endParaRPr lang="en-US" sz="3200" b="1" noProof="0" dirty="0">
                        <a:solidFill>
                          <a:srgbClr val="FFC000"/>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2800" noProof="0" dirty="0">
                          <a:solidFill>
                            <a:srgbClr val="D9D9D9"/>
                          </a:solidFill>
                          <a:latin typeface="Arial" panose="020B0604020202020204" pitchFamily="34" charset="0"/>
                          <a:cs typeface="Arial" panose="020B0604020202020204" pitchFamily="34" charset="0"/>
                        </a:rPr>
                        <a:t>The Quick Start</a:t>
                      </a:r>
                      <a:r>
                        <a:rPr lang="en-US" sz="2800" baseline="0" noProof="0" dirty="0">
                          <a:solidFill>
                            <a:srgbClr val="D9D9D9"/>
                          </a:solidFill>
                          <a:latin typeface="Arial" panose="020B0604020202020204" pitchFamily="34" charset="0"/>
                          <a:cs typeface="Arial" panose="020B0604020202020204" pitchFamily="34" charset="0"/>
                        </a:rPr>
                        <a:t> Guides</a:t>
                      </a:r>
                      <a:r>
                        <a:rPr lang="en-US" sz="2800" noProof="0" dirty="0">
                          <a:solidFill>
                            <a:srgbClr val="D9D9D9"/>
                          </a:solidFill>
                          <a:latin typeface="Arial" panose="020B0604020202020204" pitchFamily="34" charset="0"/>
                          <a:cs typeface="Arial" panose="020B0604020202020204" pitchFamily="34" charset="0"/>
                        </a:rPr>
                        <a:t> </a:t>
                      </a:r>
                      <a:r>
                        <a:rPr lang="en-US" sz="2800" u="sng" noProof="0" dirty="0">
                          <a:solidFill>
                            <a:srgbClr val="D9D9D9"/>
                          </a:solidFill>
                          <a:latin typeface="Arial" panose="020B0604020202020204" pitchFamily="34" charset="0"/>
                          <a:cs typeface="Arial" panose="020B0604020202020204" pitchFamily="34" charset="0"/>
                        </a:rPr>
                        <a:t>are outside the template’s printable area</a:t>
                      </a:r>
                      <a:r>
                        <a:rPr lang="en-US" sz="2800" noProof="0" dirty="0">
                          <a:solidFill>
                            <a:srgbClr val="D9D9D9"/>
                          </a:solidFill>
                          <a:latin typeface="Arial" panose="020B0604020202020204" pitchFamily="34" charset="0"/>
                          <a:cs typeface="Arial" panose="020B0604020202020204" pitchFamily="34" charset="0"/>
                        </a:rPr>
                        <a:t> and they will not be on the printed poster</a:t>
                      </a:r>
                      <a:r>
                        <a:rPr lang="en-US" sz="2800" baseline="0" noProof="0" dirty="0">
                          <a:solidFill>
                            <a:srgbClr val="D9D9D9"/>
                          </a:solidFill>
                          <a:latin typeface="Arial" panose="020B0604020202020204" pitchFamily="34" charset="0"/>
                          <a:cs typeface="Arial" panose="020B0604020202020204" pitchFamily="34" charset="0"/>
                        </a:rPr>
                        <a:t>. </a:t>
                      </a:r>
                      <a:endParaRPr lang="en-US" sz="28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defRPr/>
                      </a:pPr>
                      <a:endParaRPr lang="en-US" sz="28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28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endParaRPr lang="en-US" sz="28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defRPr/>
                      </a:pPr>
                      <a:endParaRPr lang="en-US" sz="28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2800" baseline="0" noProof="0" dirty="0">
                          <a:solidFill>
                            <a:srgbClr val="D9D9D9"/>
                          </a:solidFill>
                          <a:latin typeface="Arial" panose="020B0604020202020204" pitchFamily="34" charset="0"/>
                          <a:cs typeface="Arial" panose="020B0604020202020204" pitchFamily="34" charset="0"/>
                        </a:rPr>
                        <a:t>To hide the guides click on the </a:t>
                      </a:r>
                      <a:r>
                        <a:rPr lang="en-US" sz="2800" b="1" baseline="0" noProof="0" dirty="0">
                          <a:solidFill>
                            <a:srgbClr val="D9D9D9"/>
                          </a:solidFill>
                          <a:latin typeface="Arial" panose="020B0604020202020204" pitchFamily="34" charset="0"/>
                          <a:cs typeface="Arial" panose="020B0604020202020204" pitchFamily="34" charset="0"/>
                        </a:rPr>
                        <a:t>Home</a:t>
                      </a:r>
                      <a:r>
                        <a:rPr lang="en-US" sz="28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2800" b="1" baseline="0" noProof="0" dirty="0">
                          <a:solidFill>
                            <a:srgbClr val="D9D9D9"/>
                          </a:solidFill>
                          <a:latin typeface="Arial" panose="020B0604020202020204" pitchFamily="34" charset="0"/>
                          <a:cs typeface="Arial" panose="020B0604020202020204" pitchFamily="34" charset="0"/>
                        </a:rPr>
                        <a:t>Layout</a:t>
                      </a:r>
                      <a:r>
                        <a:rPr lang="en-US" sz="28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2800" b="1" baseline="0" noProof="0" dirty="0">
                          <a:solidFill>
                            <a:srgbClr val="D9D9D9"/>
                          </a:solidFill>
                          <a:latin typeface="Arial" panose="020B0604020202020204" pitchFamily="34" charset="0"/>
                          <a:cs typeface="Arial" panose="020B0604020202020204" pitchFamily="34" charset="0"/>
                        </a:rPr>
                        <a:t>Without Guides </a:t>
                      </a:r>
                      <a:r>
                        <a:rPr lang="en-US" sz="2800" b="0" baseline="0" noProof="0" dirty="0">
                          <a:solidFill>
                            <a:srgbClr val="D9D9D9"/>
                          </a:solidFill>
                          <a:latin typeface="Arial" panose="020B0604020202020204" pitchFamily="34" charset="0"/>
                          <a:cs typeface="Arial" panose="020B0604020202020204" pitchFamily="34" charset="0"/>
                        </a:rPr>
                        <a:t>layout</a:t>
                      </a:r>
                      <a:r>
                        <a:rPr lang="en-US" sz="2800" baseline="0" noProof="0" dirty="0">
                          <a:solidFill>
                            <a:srgbClr val="D9D9D9"/>
                          </a:solidFill>
                          <a:latin typeface="Arial" panose="020B0604020202020204" pitchFamily="34" charset="0"/>
                          <a:cs typeface="Arial" panose="020B0604020202020204" pitchFamily="34" charset="0"/>
                        </a:rPr>
                        <a:t>.</a:t>
                      </a: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rowSpan="2" hMerge="1">
                  <a:tcPr marL="182880" marT="137160">
                    <a:solidFill>
                      <a:srgbClr val="010101"/>
                    </a:solidFill>
                  </a:tcPr>
                </a:tc>
              </a:tr>
              <a:tr h="7587261">
                <a:tc>
                  <a:txBody>
                    <a:bodyPr/>
                    <a:lstStyle/>
                    <a:p>
                      <a:pPr marL="0" marR="0" lvl="0" indent="0" algn="l" defTabSz="1518285" rtl="0" eaLnBrk="1" fontAlgn="auto" latinLnBrk="0" hangingPunct="1">
                        <a:lnSpc>
                          <a:spcPct val="100000"/>
                        </a:lnSpc>
                        <a:spcBef>
                          <a:spcPts val="0"/>
                        </a:spcBef>
                        <a:spcAft>
                          <a:spcPts val="0"/>
                        </a:spcAft>
                        <a:buClrTx/>
                        <a:buSzTx/>
                        <a:buFontTx/>
                        <a:buNone/>
                        <a:defRPr/>
                      </a:pP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vMerge="1" gridSpan="2">
                  <a:tcPr marL="182880" marT="137160">
                    <a:solidFill>
                      <a:srgbClr val="010101"/>
                    </a:solidFill>
                  </a:tcPr>
                </a:tc>
                <a:tc vMerge="1" hMerge="1">
                  <a:tcPr/>
                </a:tc>
              </a:tr>
              <a:tr h="6445253">
                <a:tc>
                  <a:txBody>
                    <a:bodyPr/>
                    <a:lstStyle/>
                    <a:p>
                      <a:pPr rtl="0"/>
                      <a:r>
                        <a:rPr lang="en-US" sz="3200" b="1" dirty="0">
                          <a:solidFill>
                            <a:srgbClr val="FFC000"/>
                          </a:solidFill>
                          <a:latin typeface="Arial" panose="020B0604020202020204" pitchFamily="34" charset="0"/>
                          <a:cs typeface="Arial" panose="020B0604020202020204" pitchFamily="34" charset="0"/>
                        </a:rPr>
                        <a:t>How to</a:t>
                      </a:r>
                      <a:r>
                        <a:rPr lang="en-US" sz="3200" b="1" baseline="0" dirty="0">
                          <a:solidFill>
                            <a:srgbClr val="FFC000"/>
                          </a:solidFill>
                          <a:latin typeface="Arial" panose="020B0604020202020204" pitchFamily="34" charset="0"/>
                          <a:cs typeface="Arial" panose="020B0604020202020204" pitchFamily="34" charset="0"/>
                        </a:rPr>
                        <a:t> preview your poster prior to printing</a:t>
                      </a:r>
                      <a:endParaRPr lang="en-US" sz="3200" b="1" dirty="0">
                        <a:solidFill>
                          <a:srgbClr val="FFC000"/>
                        </a:solidFill>
                        <a:latin typeface="Arial" panose="020B0604020202020204" pitchFamily="34" charset="0"/>
                        <a:cs typeface="Arial" panose="020B0604020202020204" pitchFamily="34" charset="0"/>
                      </a:endParaRPr>
                    </a:p>
                    <a:p>
                      <a:pPr rtl="0"/>
                      <a:r>
                        <a:rPr lang="en-US" sz="2800" dirty="0">
                          <a:solidFill>
                            <a:srgbClr val="D9D9D9"/>
                          </a:solidFill>
                          <a:latin typeface="Arial" panose="020B0604020202020204" pitchFamily="34" charset="0"/>
                          <a:cs typeface="Arial" panose="020B0604020202020204" pitchFamily="34" charset="0"/>
                        </a:rPr>
                        <a:t>You can preview your poster at any time by pressing the </a:t>
                      </a:r>
                      <a:r>
                        <a:rPr lang="en-US" sz="2800" dirty="0">
                          <a:solidFill>
                            <a:srgbClr val="FFC000"/>
                          </a:solidFill>
                          <a:latin typeface="Arial" panose="020B0604020202020204" pitchFamily="34" charset="0"/>
                          <a:cs typeface="Arial" panose="020B0604020202020204" pitchFamily="34" charset="0"/>
                        </a:rPr>
                        <a:t>F5 key</a:t>
                      </a:r>
                      <a:r>
                        <a:rPr lang="en-US" sz="28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800" dirty="0">
                          <a:solidFill>
                            <a:srgbClr val="FFC000"/>
                          </a:solidFill>
                          <a:latin typeface="Arial" panose="020B0604020202020204" pitchFamily="34" charset="0"/>
                          <a:cs typeface="Arial" panose="020B0604020202020204" pitchFamily="34" charset="0"/>
                        </a:rPr>
                        <a:t>ESC key </a:t>
                      </a:r>
                      <a:r>
                        <a:rPr lang="en-US" sz="2800" dirty="0">
                          <a:solidFill>
                            <a:srgbClr val="D9D9D9"/>
                          </a:solidFill>
                          <a:latin typeface="Arial" panose="020B0604020202020204" pitchFamily="34" charset="0"/>
                          <a:cs typeface="Arial" panose="020B0604020202020204" pitchFamily="34" charset="0"/>
                        </a:rPr>
                        <a:t>to exit Preview.</a:t>
                      </a:r>
                      <a:endParaRPr lang="en-US" sz="280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gridSpan="2">
                  <a:txBody>
                    <a:bodyPr/>
                    <a:lstStyle/>
                    <a:p>
                      <a:pPr rtl="0"/>
                      <a:r>
                        <a:rPr lang="en-US" sz="13800" b="1" dirty="0">
                          <a:solidFill>
                            <a:srgbClr val="D9D9D9"/>
                          </a:solidFill>
                          <a:latin typeface="Arial" panose="020B0604020202020204" pitchFamily="34" charset="0"/>
                          <a:cs typeface="Arial" panose="020B0604020202020204" pitchFamily="34" charset="0"/>
                        </a:rPr>
                        <a:t>F5</a:t>
                      </a:r>
                      <a:r>
                        <a:rPr lang="en-US" sz="2800" baseline="0" dirty="0">
                          <a:solidFill>
                            <a:srgbClr val="D9D9D9"/>
                          </a:solidFill>
                          <a:latin typeface="Arial" panose="020B0604020202020204" pitchFamily="34" charset="0"/>
                          <a:cs typeface="Arial" panose="020B0604020202020204" pitchFamily="34" charset="0"/>
                        </a:rPr>
                        <a:t> </a:t>
                      </a:r>
                      <a:endParaRPr lang="en-US" sz="2800" dirty="0">
                        <a:solidFill>
                          <a:srgbClr val="D9D9D9"/>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tc hMerge="1">
                  <a:tcPr marL="182880" marT="137160" anchor="ctr">
                    <a:solidFill>
                      <a:schemeClr val="tx1">
                        <a:lumMod val="95000"/>
                        <a:lumOff val="5000"/>
                      </a:schemeClr>
                    </a:solidFill>
                  </a:tcPr>
                </a:tc>
              </a:tr>
              <a:tr h="7395530">
                <a:tc gridSpan="3">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3200" b="1" noProof="0" dirty="0">
                          <a:solidFill>
                            <a:srgbClr val="FFC000"/>
                          </a:solidFill>
                          <a:latin typeface="Arial" panose="020B0604020202020204"/>
                          <a:cs typeface="Arial" panose="020B0604020202020204"/>
                        </a:rPr>
                        <a:t>How to print your poster</a:t>
                      </a:r>
                      <a:endParaRPr lang="en-US" sz="3200" b="1" noProof="0" dirty="0">
                        <a:solidFill>
                          <a:srgbClr val="FFC000"/>
                        </a:solidFill>
                        <a:latin typeface="Arial" panose="020B0604020202020204"/>
                        <a:cs typeface="Arial" panose="020B0604020202020204"/>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2800" noProof="0" dirty="0">
                          <a:solidFill>
                            <a:srgbClr val="D9D9D9"/>
                          </a:solidFill>
                          <a:latin typeface="Arial" panose="020B0604020202020204"/>
                          <a:cs typeface="Arial" panose="020B0604020202020204"/>
                        </a:rPr>
                        <a:t>When you are ready to have your poster printed go online to </a:t>
                      </a:r>
                      <a:r>
                        <a:rPr lang="en-US" sz="2800" noProof="0" dirty="0" err="1">
                          <a:solidFill>
                            <a:srgbClr val="FFC000"/>
                          </a:solidFill>
                          <a:latin typeface="Arial" panose="020B0604020202020204"/>
                          <a:cs typeface="Arial" panose="020B0604020202020204"/>
                        </a:rPr>
                        <a:t>PosterPresentations.com</a:t>
                      </a:r>
                      <a:r>
                        <a:rPr lang="en-US" sz="2800" noProof="0" dirty="0">
                          <a:solidFill>
                            <a:srgbClr val="D9D9D9"/>
                          </a:solidFill>
                          <a:latin typeface="Arial" panose="020B0604020202020204"/>
                          <a:cs typeface="Arial" panose="020B0604020202020204"/>
                        </a:rPr>
                        <a:t> and click on the "</a:t>
                      </a:r>
                      <a:r>
                        <a:rPr lang="en-US" sz="2800" noProof="0" dirty="0">
                          <a:solidFill>
                            <a:srgbClr val="FFC000"/>
                          </a:solidFill>
                          <a:latin typeface="Arial" panose="020B0604020202020204"/>
                          <a:cs typeface="Arial" panose="020B0604020202020204"/>
                        </a:rPr>
                        <a:t>Order Your Poster</a:t>
                      </a:r>
                      <a:r>
                        <a:rPr lang="en-US" sz="2800" noProof="0" dirty="0">
                          <a:solidFill>
                            <a:srgbClr val="D9D9D9"/>
                          </a:solidFill>
                          <a:latin typeface="Arial" panose="020B0604020202020204"/>
                          <a:cs typeface="Arial" panose="020B0604020202020204"/>
                        </a:rPr>
                        <a:t>" button. You can have your poster printed on professional papers, fabric for easy traveling and a variety of other materials. </a:t>
                      </a:r>
                      <a:endParaRPr lang="en-US" sz="2800" noProof="0" dirty="0">
                        <a:solidFill>
                          <a:srgbClr val="D9D9D9"/>
                        </a:solidFill>
                        <a:latin typeface="Arial" panose="020B0604020202020204"/>
                        <a:cs typeface="Arial" panose="020B0604020202020204"/>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2800" noProof="0" dirty="0">
                          <a:solidFill>
                            <a:srgbClr val="D9D9D9"/>
                          </a:solidFill>
                          <a:latin typeface="Arial" panose="020B0604020202020204"/>
                          <a:cs typeface="Arial" panose="020B0604020202020204"/>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endParaRPr lang="en-US" sz="2800" noProof="0" dirty="0">
                        <a:solidFill>
                          <a:srgbClr val="D9D9D9"/>
                        </a:solidFill>
                        <a:latin typeface="Arial" panose="020B0604020202020204"/>
                        <a:cs typeface="Arial" panose="020B0604020202020204"/>
                      </a:endParaRPr>
                    </a:p>
                    <a:p>
                      <a:pPr marL="0" marR="0" lvl="0" indent="0" algn="l" defTabSz="114300" rtl="0" eaLnBrk="1" fontAlgn="auto" latinLnBrk="0" hangingPunct="1">
                        <a:lnSpc>
                          <a:spcPct val="100000"/>
                        </a:lnSpc>
                        <a:spcBef>
                          <a:spcPts val="0"/>
                        </a:spcBef>
                        <a:spcAft>
                          <a:spcPts val="0"/>
                        </a:spcAft>
                        <a:buClrTx/>
                        <a:buSzTx/>
                        <a:buFontTx/>
                        <a:buNone/>
                        <a:defRPr/>
                      </a:pPr>
                      <a:br>
                        <a:rPr lang="en-US" sz="2800" noProof="0" dirty="0">
                          <a:solidFill>
                            <a:srgbClr val="D9D9D9"/>
                          </a:solidFill>
                          <a:latin typeface="Arial" panose="020B0604020202020204"/>
                          <a:cs typeface="Arial" panose="020B0604020202020204"/>
                        </a:rPr>
                      </a:br>
                      <a:r>
                        <a:rPr lang="en-US" sz="2800" noProof="0" dirty="0">
                          <a:solidFill>
                            <a:srgbClr val="D9D9D9"/>
                          </a:solidFill>
                          <a:latin typeface="Arial" panose="020B0604020202020204"/>
                          <a:cs typeface="Arial" panose="020B0604020202020204"/>
                        </a:rPr>
                        <a:t>Go to </a:t>
                      </a:r>
                      <a:r>
                        <a:rPr lang="en-US" sz="2800" noProof="0" dirty="0" err="1">
                          <a:solidFill>
                            <a:srgbClr val="FFC000"/>
                          </a:solidFill>
                          <a:latin typeface="Arial" panose="020B0604020202020204"/>
                          <a:cs typeface="Arial" panose="020B0604020202020204"/>
                        </a:rPr>
                        <a:t>PosterPresentations.com</a:t>
                      </a:r>
                      <a:r>
                        <a:rPr lang="en-US" sz="2800" noProof="0" dirty="0">
                          <a:solidFill>
                            <a:srgbClr val="D9D9D9"/>
                          </a:solidFill>
                          <a:latin typeface="Arial" panose="020B0604020202020204"/>
                          <a:cs typeface="Arial" panose="020B0604020202020204"/>
                        </a:rPr>
                        <a:t> for more information.</a:t>
                      </a:r>
                      <a:endParaRPr lang="en-US" sz="2800" noProof="0" dirty="0">
                        <a:solidFill>
                          <a:srgbClr val="D9D9D9"/>
                        </a:solidFill>
                        <a:latin typeface="Arial" panose="020B0604020202020204"/>
                        <a:cs typeface="Arial" panose="020B0604020202020204"/>
                      </a:endParaRPr>
                    </a:p>
                  </a:txBody>
                  <a:tcPr marL="182880" marT="137160">
                    <a:solidFill>
                      <a:srgbClr val="010101"/>
                    </a:solidFill>
                  </a:tcPr>
                </a:tc>
                <a:tc hMerge="1">
                  <a:tcPr/>
                </a:tc>
                <a:tc hMerge="1">
                  <a:tcPr/>
                </a:tc>
              </a:tr>
              <a:tr h="1458719">
                <a:tc gridSpan="3">
                  <a:txBody>
                    <a:bodyPr/>
                    <a:lstStyle/>
                    <a:p>
                      <a:endParaRPr lang="en-US" sz="2800" dirty="0">
                        <a:solidFill>
                          <a:srgbClr val="1F3A4E"/>
                        </a:solidFill>
                      </a:endParaRPr>
                    </a:p>
                  </a:txBody>
                  <a:tcPr marL="182880" marT="137160">
                    <a:blipFill dpi="0" rotWithShape="1">
                      <a:blip r:embed="rId8">
                        <a:extLst>
                          <a:ext uri="{28A0092B-C50C-407E-A947-70E740481C1C}">
                            <a14:useLocalDpi xmlns:a14="http://schemas.microsoft.com/office/drawing/2010/main" val="0"/>
                          </a:ext>
                        </a:extLst>
                      </a:blip>
                      <a:srcRect/>
                      <a:stretch>
                        <a:fillRect/>
                      </a:stretch>
                    </a:blipFill>
                  </a:tcPr>
                </a:tc>
                <a:tc hMerge="1">
                  <a:tcPr/>
                </a:tc>
                <a:tc hMerge="1">
                  <a:tcPr/>
                </a:tc>
              </a:tr>
              <a:tr h="1982842">
                <a:tc gridSpan="2">
                  <a:txBody>
                    <a:bodyPr/>
                    <a:lstStyle/>
                    <a:p>
                      <a:pPr>
                        <a:lnSpc>
                          <a:spcPts val="2600"/>
                        </a:lnSpc>
                      </a:pPr>
                      <a:r>
                        <a:rPr lang="en-US" sz="2400" dirty="0">
                          <a:solidFill>
                            <a:schemeClr val="bg1">
                              <a:lumMod val="85000"/>
                            </a:schemeClr>
                          </a:solidFill>
                          <a:latin typeface="Arial" panose="020B0604020202020204"/>
                          <a:cs typeface="Arial" panose="020B0604020202020204"/>
                        </a:rPr>
                        <a:t>© 2022</a:t>
                      </a:r>
                      <a:r>
                        <a:rPr lang="en-US" sz="2400" baseline="0" dirty="0">
                          <a:solidFill>
                            <a:schemeClr val="bg1">
                              <a:lumMod val="85000"/>
                            </a:schemeClr>
                          </a:solidFill>
                          <a:latin typeface="Arial" panose="020B0604020202020204"/>
                          <a:cs typeface="Arial" panose="020B0604020202020204"/>
                        </a:rPr>
                        <a:t> </a:t>
                      </a:r>
                      <a:r>
                        <a:rPr lang="en-US" sz="2400" dirty="0" err="1">
                          <a:solidFill>
                            <a:schemeClr val="bg1">
                              <a:lumMod val="85000"/>
                            </a:schemeClr>
                          </a:solidFill>
                          <a:latin typeface="Arial" panose="020B0604020202020204"/>
                          <a:cs typeface="Arial" panose="020B0604020202020204"/>
                        </a:rPr>
                        <a:t>PosterPresentations.com</a:t>
                      </a:r>
                      <a:br>
                        <a:rPr lang="en-US" sz="2400" dirty="0">
                          <a:solidFill>
                            <a:schemeClr val="bg1">
                              <a:lumMod val="85000"/>
                            </a:schemeClr>
                          </a:solidFill>
                          <a:latin typeface="Arial" panose="020B0604020202020204"/>
                          <a:cs typeface="Arial" panose="020B0604020202020204"/>
                        </a:rPr>
                      </a:br>
                      <a:r>
                        <a:rPr lang="en-US" sz="2400" dirty="0">
                          <a:solidFill>
                            <a:schemeClr val="bg1">
                              <a:lumMod val="85000"/>
                            </a:schemeClr>
                          </a:solidFill>
                          <a:latin typeface="Arial" panose="020B0604020202020204"/>
                          <a:cs typeface="Arial" panose="020B0604020202020204"/>
                        </a:rPr>
                        <a:t>2117 Fourth Street ,</a:t>
                      </a:r>
                      <a:r>
                        <a:rPr lang="en-US" sz="2400" baseline="0" dirty="0">
                          <a:solidFill>
                            <a:schemeClr val="bg1">
                              <a:lumMod val="85000"/>
                            </a:schemeClr>
                          </a:solidFill>
                          <a:latin typeface="Arial" panose="020B0604020202020204"/>
                          <a:cs typeface="Arial" panose="020B0604020202020204"/>
                        </a:rPr>
                        <a:t> STE C        </a:t>
                      </a:r>
                      <a:endParaRPr lang="en-US" sz="2400" baseline="0" dirty="0">
                        <a:solidFill>
                          <a:schemeClr val="bg1">
                            <a:lumMod val="85000"/>
                          </a:schemeClr>
                        </a:solidFill>
                        <a:latin typeface="Arial" panose="020B0604020202020204"/>
                        <a:cs typeface="Arial" panose="020B0604020202020204"/>
                      </a:endParaRPr>
                    </a:p>
                    <a:p>
                      <a:pPr>
                        <a:lnSpc>
                          <a:spcPts val="2600"/>
                        </a:lnSpc>
                      </a:pPr>
                      <a:r>
                        <a:rPr lang="en-US" sz="2400" baseline="0" dirty="0">
                          <a:solidFill>
                            <a:schemeClr val="bg1">
                              <a:lumMod val="85000"/>
                            </a:schemeClr>
                          </a:solidFill>
                          <a:latin typeface="Arial" panose="020B0604020202020204"/>
                          <a:cs typeface="Arial" panose="020B0604020202020204"/>
                        </a:rPr>
                        <a:t>Berkeley CA 94710 USA</a:t>
                      </a:r>
                      <a:endParaRPr lang="en-US" sz="2400" dirty="0">
                        <a:solidFill>
                          <a:schemeClr val="bg1">
                            <a:lumMod val="85000"/>
                          </a:schemeClr>
                        </a:solidFill>
                        <a:latin typeface="Arial" panose="020B0604020202020204"/>
                        <a:cs typeface="Arial" panose="020B0604020202020204"/>
                      </a:endParaRPr>
                    </a:p>
                  </a:txBody>
                  <a:tcPr marL="182880" marT="137160">
                    <a:solidFill>
                      <a:srgbClr val="010101"/>
                    </a:solidFill>
                  </a:tcPr>
                </a:tc>
                <a:tc hMerge="1">
                  <a:tcPr marL="182880" marT="137160">
                    <a:solidFill>
                      <a:srgbClr val="010101"/>
                    </a:solidFill>
                  </a:tcPr>
                </a:tc>
                <a:tc>
                  <a:txBody>
                    <a:bodyPr/>
                    <a:lstStyle/>
                    <a:p>
                      <a:pPr marL="0" marR="0" indent="0" algn="l" defTabSz="4389120" rtl="0" eaLnBrk="1" fontAlgn="auto" latinLnBrk="0" hangingPunct="1">
                        <a:lnSpc>
                          <a:spcPct val="100000"/>
                        </a:lnSpc>
                        <a:spcBef>
                          <a:spcPts val="0"/>
                        </a:spcBef>
                        <a:spcAft>
                          <a:spcPts val="0"/>
                        </a:spcAft>
                        <a:buClrTx/>
                        <a:buSzTx/>
                        <a:buFontTx/>
                        <a:buNone/>
                        <a:defRPr/>
                      </a:pPr>
                      <a:r>
                        <a:rPr lang="en-US" sz="2800" b="1" dirty="0">
                          <a:solidFill>
                            <a:srgbClr val="D0D0D0"/>
                          </a:solidFill>
                          <a:latin typeface="Arial" panose="020B0604020202020204"/>
                          <a:cs typeface="Arial" panose="020B0604020202020204"/>
                        </a:rPr>
                        <a:t>For complete tutorials</a:t>
                      </a:r>
                      <a:r>
                        <a:rPr lang="en-US" sz="2800" b="1" baseline="0" dirty="0">
                          <a:solidFill>
                            <a:srgbClr val="D0D0D0"/>
                          </a:solidFill>
                          <a:latin typeface="Arial" panose="020B0604020202020204"/>
                          <a:cs typeface="Arial" panose="020B0604020202020204"/>
                        </a:rPr>
                        <a:t> visit:</a:t>
                      </a:r>
                      <a:endParaRPr lang="en-US" sz="2800" b="1" baseline="0" dirty="0">
                        <a:solidFill>
                          <a:srgbClr val="D0D0D0"/>
                        </a:solidFill>
                        <a:latin typeface="Arial" panose="020B0604020202020204"/>
                        <a:cs typeface="Arial" panose="020B0604020202020204"/>
                      </a:endParaRPr>
                    </a:p>
                    <a:p>
                      <a:pPr marL="0" marR="0" indent="0" algn="l" defTabSz="4389120" rtl="0" eaLnBrk="1" fontAlgn="auto" latinLnBrk="0" hangingPunct="1">
                        <a:lnSpc>
                          <a:spcPct val="100000"/>
                        </a:lnSpc>
                        <a:spcBef>
                          <a:spcPts val="0"/>
                        </a:spcBef>
                        <a:spcAft>
                          <a:spcPts val="0"/>
                        </a:spcAft>
                        <a:buClrTx/>
                        <a:buSzTx/>
                        <a:buFontTx/>
                        <a:buNone/>
                        <a:defRPr/>
                      </a:pPr>
                      <a:r>
                        <a:rPr lang="en-US" sz="2000" b="1" dirty="0">
                          <a:solidFill>
                            <a:srgbClr val="FFC000"/>
                          </a:solidFill>
                          <a:latin typeface="Arial" panose="020B0604020202020204"/>
                          <a:cs typeface="Arial" panose="020B0604020202020204"/>
                        </a:rPr>
                        <a:t>https://</a:t>
                      </a:r>
                      <a:r>
                        <a:rPr lang="en-US" sz="2000" b="1" dirty="0" err="1">
                          <a:solidFill>
                            <a:srgbClr val="FFC000"/>
                          </a:solidFill>
                          <a:latin typeface="Arial" panose="020B0604020202020204"/>
                          <a:cs typeface="Arial" panose="020B0604020202020204"/>
                        </a:rPr>
                        <a:t>www.posterpresentations.com</a:t>
                      </a:r>
                      <a:r>
                        <a:rPr lang="en-US" sz="2000" b="1" dirty="0">
                          <a:solidFill>
                            <a:srgbClr val="FFC000"/>
                          </a:solidFill>
                          <a:latin typeface="Arial" panose="020B0604020202020204"/>
                          <a:cs typeface="Arial" panose="020B0604020202020204"/>
                        </a:rPr>
                        <a:t>/</a:t>
                      </a:r>
                      <a:r>
                        <a:rPr lang="en-US" sz="2000" b="1" dirty="0" err="1">
                          <a:solidFill>
                            <a:srgbClr val="FFC000"/>
                          </a:solidFill>
                          <a:latin typeface="Arial" panose="020B0604020202020204"/>
                          <a:cs typeface="Arial" panose="020B0604020202020204"/>
                        </a:rPr>
                        <a:t>helpdesk.html</a:t>
                      </a:r>
                      <a:endParaRPr lang="en-US" sz="16600" dirty="0"/>
                    </a:p>
                  </a:txBody>
                  <a:tcPr marL="182880" marT="137160">
                    <a:solidFill>
                      <a:srgbClr val="010101"/>
                    </a:solidFill>
                  </a:tcPr>
                </a:tc>
              </a:tr>
            </a:tbl>
          </a:graphicData>
        </a:graphic>
      </p:graphicFrame>
      <p:grpSp>
        <p:nvGrpSpPr>
          <p:cNvPr id="5" name="Group 4"/>
          <p:cNvGrpSpPr/>
          <p:nvPr userDrawn="1"/>
        </p:nvGrpSpPr>
        <p:grpSpPr>
          <a:xfrm>
            <a:off x="-1" y="-29666"/>
            <a:ext cx="30275213" cy="5104586"/>
            <a:chOff x="0" y="-1"/>
            <a:chExt cx="12192000" cy="1219223"/>
          </a:xfrm>
        </p:grpSpPr>
        <p:sp>
          <p:nvSpPr>
            <p:cNvPr id="6" name="Document 5"/>
            <p:cNvSpPr/>
            <p:nvPr/>
          </p:nvSpPr>
          <p:spPr>
            <a:xfrm>
              <a:off x="0" y="89065"/>
              <a:ext cx="12192000" cy="1130157"/>
            </a:xfrm>
            <a:prstGeom prst="flowChartDocument">
              <a:avLst/>
            </a:prstGeom>
            <a:gradFill>
              <a:gsLst>
                <a:gs pos="0">
                  <a:srgbClr val="C00000"/>
                </a:gs>
                <a:gs pos="10000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ocument 6"/>
            <p:cNvSpPr/>
            <p:nvPr/>
          </p:nvSpPr>
          <p:spPr>
            <a:xfrm>
              <a:off x="0" y="-1"/>
              <a:ext cx="12192000" cy="1130157"/>
            </a:xfrm>
            <a:prstGeom prst="flowChartDocument">
              <a:avLst/>
            </a:prstGeom>
            <a:solidFill>
              <a:srgbClr val="041A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030" name="Picture 6"/>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58994" y="-177151"/>
            <a:ext cx="12700000" cy="1879600"/>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49" r:id="rId1"/>
  </p:sldLayoutIdLst>
  <p:txStyles>
    <p:titleStyle>
      <a:lvl1pPr algn="ctr" defTabSz="4298315" rtl="0" eaLnBrk="1" latinLnBrk="0" hangingPunct="1">
        <a:spcBef>
          <a:spcPct val="0"/>
        </a:spcBef>
        <a:buNone/>
        <a:defRPr sz="8500" kern="1200">
          <a:solidFill>
            <a:schemeClr val="bg1"/>
          </a:solidFill>
          <a:latin typeface="Trebuchet MS" panose="020B0603020202020204" pitchFamily="34" charset="0"/>
          <a:ea typeface="+mj-ea"/>
          <a:cs typeface="+mj-cs"/>
        </a:defRPr>
      </a:lvl1pPr>
    </p:titleStyle>
    <p:bodyStyle>
      <a:lvl1pPr marL="1611630" indent="-1611630" algn="l" defTabSz="4298315" rtl="0" eaLnBrk="1" latinLnBrk="0" hangingPunct="1">
        <a:spcBef>
          <a:spcPct val="20000"/>
        </a:spcBef>
        <a:buFont typeface="Arial" panose="020B0604020202020204" pitchFamily="34" charset="0"/>
        <a:buChar char="•"/>
        <a:defRPr sz="15100" kern="1200">
          <a:solidFill>
            <a:schemeClr val="tx1"/>
          </a:solidFill>
          <a:latin typeface="+mn-lt"/>
          <a:ea typeface="+mn-ea"/>
          <a:cs typeface="+mn-cs"/>
        </a:defRPr>
      </a:lvl1pPr>
      <a:lvl2pPr marL="3492500" indent="-1343025" algn="l" defTabSz="4298315" rtl="0" eaLnBrk="1" latinLnBrk="0" hangingPunct="1">
        <a:spcBef>
          <a:spcPct val="20000"/>
        </a:spcBef>
        <a:buFont typeface="Arial" panose="020B0604020202020204" pitchFamily="34" charset="0"/>
        <a:buChar char="–"/>
        <a:defRPr sz="13300" kern="1200">
          <a:solidFill>
            <a:schemeClr val="tx1"/>
          </a:solidFill>
          <a:latin typeface="+mn-lt"/>
          <a:ea typeface="+mn-ea"/>
          <a:cs typeface="+mn-cs"/>
        </a:defRPr>
      </a:lvl2pPr>
      <a:lvl3pPr marL="5372735" indent="-1074420" algn="l" defTabSz="4298315" rtl="0" eaLnBrk="1" latinLnBrk="0" hangingPunct="1">
        <a:spcBef>
          <a:spcPct val="20000"/>
        </a:spcBef>
        <a:buFont typeface="Arial" panose="020B0604020202020204" pitchFamily="34" charset="0"/>
        <a:buChar char="•"/>
        <a:defRPr sz="11300" kern="1200">
          <a:solidFill>
            <a:schemeClr val="tx1"/>
          </a:solidFill>
          <a:latin typeface="+mn-lt"/>
          <a:ea typeface="+mn-ea"/>
          <a:cs typeface="+mn-cs"/>
        </a:defRPr>
      </a:lvl3pPr>
      <a:lvl4pPr marL="7522210"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4pPr>
      <a:lvl5pPr marL="9671685"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5pPr>
      <a:lvl6pPr marL="11820525"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6pPr>
      <a:lvl7pPr marL="13970000"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7pPr>
      <a:lvl8pPr marL="16118840"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8pPr>
      <a:lvl9pPr marL="18268315"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9pPr>
    </p:bodyStyle>
    <p:otherStyle>
      <a:defPPr>
        <a:defRPr lang="en-US"/>
      </a:defPPr>
      <a:lvl1pPr marL="0" algn="l" defTabSz="4298315" rtl="0" eaLnBrk="1" latinLnBrk="0" hangingPunct="1">
        <a:defRPr sz="8500" kern="1200">
          <a:solidFill>
            <a:schemeClr val="tx1"/>
          </a:solidFill>
          <a:latin typeface="+mn-lt"/>
          <a:ea typeface="+mn-ea"/>
          <a:cs typeface="+mn-cs"/>
        </a:defRPr>
      </a:lvl1pPr>
      <a:lvl2pPr marL="2149475" algn="l" defTabSz="4298315" rtl="0" eaLnBrk="1" latinLnBrk="0" hangingPunct="1">
        <a:defRPr sz="8500" kern="1200">
          <a:solidFill>
            <a:schemeClr val="tx1"/>
          </a:solidFill>
          <a:latin typeface="+mn-lt"/>
          <a:ea typeface="+mn-ea"/>
          <a:cs typeface="+mn-cs"/>
        </a:defRPr>
      </a:lvl2pPr>
      <a:lvl3pPr marL="4298315" algn="l" defTabSz="4298315" rtl="0" eaLnBrk="1" latinLnBrk="0" hangingPunct="1">
        <a:defRPr sz="8500" kern="1200">
          <a:solidFill>
            <a:schemeClr val="tx1"/>
          </a:solidFill>
          <a:latin typeface="+mn-lt"/>
          <a:ea typeface="+mn-ea"/>
          <a:cs typeface="+mn-cs"/>
        </a:defRPr>
      </a:lvl3pPr>
      <a:lvl4pPr marL="6447790" algn="l" defTabSz="4298315" rtl="0" eaLnBrk="1" latinLnBrk="0" hangingPunct="1">
        <a:defRPr sz="8500" kern="1200">
          <a:solidFill>
            <a:schemeClr val="tx1"/>
          </a:solidFill>
          <a:latin typeface="+mn-lt"/>
          <a:ea typeface="+mn-ea"/>
          <a:cs typeface="+mn-cs"/>
        </a:defRPr>
      </a:lvl4pPr>
      <a:lvl5pPr marL="8596630" algn="l" defTabSz="4298315" rtl="0" eaLnBrk="1" latinLnBrk="0" hangingPunct="1">
        <a:defRPr sz="8500" kern="1200">
          <a:solidFill>
            <a:schemeClr val="tx1"/>
          </a:solidFill>
          <a:latin typeface="+mn-lt"/>
          <a:ea typeface="+mn-ea"/>
          <a:cs typeface="+mn-cs"/>
        </a:defRPr>
      </a:lvl5pPr>
      <a:lvl6pPr marL="10746105" algn="l" defTabSz="4298315" rtl="0" eaLnBrk="1" latinLnBrk="0" hangingPunct="1">
        <a:defRPr sz="8500" kern="1200">
          <a:solidFill>
            <a:schemeClr val="tx1"/>
          </a:solidFill>
          <a:latin typeface="+mn-lt"/>
          <a:ea typeface="+mn-ea"/>
          <a:cs typeface="+mn-cs"/>
        </a:defRPr>
      </a:lvl6pPr>
      <a:lvl7pPr marL="12894945" algn="l" defTabSz="4298315" rtl="0" eaLnBrk="1" latinLnBrk="0" hangingPunct="1">
        <a:defRPr sz="8500" kern="1200">
          <a:solidFill>
            <a:schemeClr val="tx1"/>
          </a:solidFill>
          <a:latin typeface="+mn-lt"/>
          <a:ea typeface="+mn-ea"/>
          <a:cs typeface="+mn-cs"/>
        </a:defRPr>
      </a:lvl7pPr>
      <a:lvl8pPr marL="15044420" algn="l" defTabSz="4298315" rtl="0" eaLnBrk="1" latinLnBrk="0" hangingPunct="1">
        <a:defRPr sz="8500" kern="1200">
          <a:solidFill>
            <a:schemeClr val="tx1"/>
          </a:solidFill>
          <a:latin typeface="+mn-lt"/>
          <a:ea typeface="+mn-ea"/>
          <a:cs typeface="+mn-cs"/>
        </a:defRPr>
      </a:lvl8pPr>
      <a:lvl9pPr marL="17193895" algn="l" defTabSz="4298315" rtl="0" eaLnBrk="1" latinLnBrk="0" hangingPunct="1">
        <a:defRPr sz="85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1213" y="2279650"/>
            <a:ext cx="26112787" cy="82724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2081213" y="11395075"/>
            <a:ext cx="26112787" cy="271573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2081213" y="39673213"/>
            <a:ext cx="6811962" cy="2278062"/>
          </a:xfrm>
          <a:prstGeom prst="rect">
            <a:avLst/>
          </a:prstGeom>
        </p:spPr>
        <p:txBody>
          <a:bodyPr vert="horz" lIns="91440" tIns="45720" rIns="91440" bIns="45720" rtlCol="0" anchor="ctr"/>
          <a:lstStyle>
            <a:lvl1pPr algn="l">
              <a:defRPr sz="1200">
                <a:solidFill>
                  <a:schemeClr val="tx1">
                    <a:tint val="75000"/>
                  </a:schemeClr>
                </a:solidFill>
              </a:defRPr>
            </a:lvl1pPr>
          </a:lstStyle>
          <a:p>
            <a:fld id="{1E4C40A9-BEF6-9D48-A95C-24CB1E8D037D}" type="datetimeFigureOut">
              <a:rPr lang="en-US" smtClean="0"/>
            </a:fld>
            <a:endParaRPr lang="en-US"/>
          </a:p>
        </p:txBody>
      </p:sp>
      <p:sp>
        <p:nvSpPr>
          <p:cNvPr id="5" name="Footer Placeholder 4"/>
          <p:cNvSpPr>
            <a:spLocks noGrp="1"/>
          </p:cNvSpPr>
          <p:nvPr>
            <p:ph type="ftr" sz="quarter" idx="3"/>
          </p:nvPr>
        </p:nvSpPr>
        <p:spPr>
          <a:xfrm>
            <a:off x="10028238" y="39673213"/>
            <a:ext cx="10218737" cy="2278062"/>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1382038" y="39673213"/>
            <a:ext cx="6811962" cy="2278062"/>
          </a:xfrm>
          <a:prstGeom prst="rect">
            <a:avLst/>
          </a:prstGeom>
        </p:spPr>
        <p:txBody>
          <a:bodyPr vert="horz" lIns="91440" tIns="45720" rIns="91440" bIns="45720" rtlCol="0" anchor="ctr"/>
          <a:lstStyle>
            <a:lvl1pPr algn="r">
              <a:defRPr sz="1200">
                <a:solidFill>
                  <a:schemeClr val="tx1">
                    <a:tint val="75000"/>
                  </a:schemeClr>
                </a:solidFill>
              </a:defRPr>
            </a:lvl1pPr>
          </a:lstStyle>
          <a:p>
            <a:fld id="{6DC90E0E-94DA-3F4E-8DB5-253D09B74B1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Text Box 14"/>
          <p:cNvSpPr txBox="1">
            <a:spLocks noChangeArrowheads="1"/>
          </p:cNvSpPr>
          <p:nvPr/>
        </p:nvSpPr>
        <p:spPr bwMode="auto">
          <a:xfrm>
            <a:off x="1538296" y="41989161"/>
            <a:ext cx="2234591" cy="322029"/>
          </a:xfrm>
          <a:prstGeom prst="rect">
            <a:avLst/>
          </a:prstGeom>
          <a:noFill/>
          <a:ln w="9525">
            <a:noFill/>
            <a:miter lim="800000"/>
          </a:ln>
          <a:effectLst/>
        </p:spPr>
        <p:txBody>
          <a:bodyPr wrap="square" lIns="89381" tIns="44682" rIns="89381" bIns="44682">
            <a:spAutoFit/>
          </a:bodyPr>
          <a:lstStyle/>
          <a:p>
            <a:pPr eaLnBrk="0" hangingPunct="0">
              <a:lnSpc>
                <a:spcPct val="65000"/>
              </a:lnSpc>
              <a:spcBef>
                <a:spcPct val="50000"/>
              </a:spcBef>
              <a:defRPr/>
            </a:pPr>
            <a:r>
              <a:rPr lang="en-US" sz="500" b="1" dirty="0">
                <a:solidFill>
                  <a:schemeClr val="bg1">
                    <a:lumMod val="75000"/>
                  </a:schemeClr>
                </a:solidFill>
                <a:latin typeface="Arial" panose="020B0604020202020204" pitchFamily="34" charset="0"/>
              </a:rPr>
              <a:t>RESEARCH POSTER PRESENTATION DESIGN © 2022</a:t>
            </a:r>
            <a:endParaRPr lang="en-US" sz="500" b="1" dirty="0">
              <a:solidFill>
                <a:schemeClr val="bg1">
                  <a:lumMod val="75000"/>
                </a:schemeClr>
              </a:solidFill>
              <a:latin typeface="Arial" panose="020B0604020202020204" pitchFamily="34" charset="0"/>
            </a:endParaRPr>
          </a:p>
          <a:p>
            <a:pPr eaLnBrk="0" hangingPunct="0">
              <a:lnSpc>
                <a:spcPct val="65000"/>
              </a:lnSpc>
              <a:spcBef>
                <a:spcPct val="50000"/>
              </a:spcBef>
              <a:defRPr/>
            </a:pPr>
            <a:r>
              <a:rPr lang="en-US" sz="1000" b="1" dirty="0">
                <a:solidFill>
                  <a:schemeClr val="bg1">
                    <a:lumMod val="75000"/>
                  </a:schemeClr>
                </a:solidFill>
                <a:latin typeface="Arial" panose="020B0604020202020204" pitchFamily="34" charset="0"/>
              </a:rPr>
              <a:t>www.PosterPresentations.com</a:t>
            </a:r>
            <a:endParaRPr lang="en-US" sz="1000" b="1" dirty="0">
              <a:solidFill>
                <a:schemeClr val="bg1">
                  <a:lumMod val="75000"/>
                </a:schemeClr>
              </a:solidFill>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ctr" defTabSz="4298315" rtl="0" eaLnBrk="1" latinLnBrk="0" hangingPunct="1">
        <a:spcBef>
          <a:spcPct val="0"/>
        </a:spcBef>
        <a:buNone/>
        <a:defRPr sz="8500" kern="1200">
          <a:solidFill>
            <a:schemeClr val="bg1"/>
          </a:solidFill>
          <a:latin typeface="Trebuchet MS" panose="020B0603020202020204" pitchFamily="34" charset="0"/>
          <a:ea typeface="+mj-ea"/>
          <a:cs typeface="+mj-cs"/>
        </a:defRPr>
      </a:lvl1pPr>
    </p:titleStyle>
    <p:bodyStyle>
      <a:lvl1pPr marL="1611630" indent="-1611630" algn="l" defTabSz="4298315" rtl="0" eaLnBrk="1" latinLnBrk="0" hangingPunct="1">
        <a:spcBef>
          <a:spcPct val="20000"/>
        </a:spcBef>
        <a:buFont typeface="Arial" panose="020B0604020202020204" pitchFamily="34" charset="0"/>
        <a:buChar char="•"/>
        <a:defRPr sz="15100" kern="1200">
          <a:solidFill>
            <a:schemeClr val="tx1"/>
          </a:solidFill>
          <a:latin typeface="+mn-lt"/>
          <a:ea typeface="+mn-ea"/>
          <a:cs typeface="+mn-cs"/>
        </a:defRPr>
      </a:lvl1pPr>
      <a:lvl2pPr marL="3492500" indent="-1343025" algn="l" defTabSz="4298315" rtl="0" eaLnBrk="1" latinLnBrk="0" hangingPunct="1">
        <a:spcBef>
          <a:spcPct val="20000"/>
        </a:spcBef>
        <a:buFont typeface="Arial" panose="020B0604020202020204" pitchFamily="34" charset="0"/>
        <a:buChar char="–"/>
        <a:defRPr sz="13300" kern="1200">
          <a:solidFill>
            <a:schemeClr val="tx1"/>
          </a:solidFill>
          <a:latin typeface="+mn-lt"/>
          <a:ea typeface="+mn-ea"/>
          <a:cs typeface="+mn-cs"/>
        </a:defRPr>
      </a:lvl2pPr>
      <a:lvl3pPr marL="5372735" indent="-1074420" algn="l" defTabSz="4298315" rtl="0" eaLnBrk="1" latinLnBrk="0" hangingPunct="1">
        <a:spcBef>
          <a:spcPct val="20000"/>
        </a:spcBef>
        <a:buFont typeface="Arial" panose="020B0604020202020204" pitchFamily="34" charset="0"/>
        <a:buChar char="•"/>
        <a:defRPr sz="11300" kern="1200">
          <a:solidFill>
            <a:schemeClr val="tx1"/>
          </a:solidFill>
          <a:latin typeface="+mn-lt"/>
          <a:ea typeface="+mn-ea"/>
          <a:cs typeface="+mn-cs"/>
        </a:defRPr>
      </a:lvl3pPr>
      <a:lvl4pPr marL="7522210"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4pPr>
      <a:lvl5pPr marL="9671685"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5pPr>
      <a:lvl6pPr marL="11820525"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6pPr>
      <a:lvl7pPr marL="13970000"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7pPr>
      <a:lvl8pPr marL="16118840"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8pPr>
      <a:lvl9pPr marL="18268315"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9pPr>
    </p:bodyStyle>
    <p:otherStyle>
      <a:defPPr>
        <a:defRPr lang="en-US"/>
      </a:defPPr>
      <a:lvl1pPr marL="0" algn="l" defTabSz="4298315" rtl="0" eaLnBrk="1" latinLnBrk="0" hangingPunct="1">
        <a:defRPr sz="8500" kern="1200">
          <a:solidFill>
            <a:schemeClr val="tx1"/>
          </a:solidFill>
          <a:latin typeface="+mn-lt"/>
          <a:ea typeface="+mn-ea"/>
          <a:cs typeface="+mn-cs"/>
        </a:defRPr>
      </a:lvl1pPr>
      <a:lvl2pPr marL="2149475" algn="l" defTabSz="4298315" rtl="0" eaLnBrk="1" latinLnBrk="0" hangingPunct="1">
        <a:defRPr sz="8500" kern="1200">
          <a:solidFill>
            <a:schemeClr val="tx1"/>
          </a:solidFill>
          <a:latin typeface="+mn-lt"/>
          <a:ea typeface="+mn-ea"/>
          <a:cs typeface="+mn-cs"/>
        </a:defRPr>
      </a:lvl2pPr>
      <a:lvl3pPr marL="4298315" algn="l" defTabSz="4298315" rtl="0" eaLnBrk="1" latinLnBrk="0" hangingPunct="1">
        <a:defRPr sz="8500" kern="1200">
          <a:solidFill>
            <a:schemeClr val="tx1"/>
          </a:solidFill>
          <a:latin typeface="+mn-lt"/>
          <a:ea typeface="+mn-ea"/>
          <a:cs typeface="+mn-cs"/>
        </a:defRPr>
      </a:lvl3pPr>
      <a:lvl4pPr marL="6447790" algn="l" defTabSz="4298315" rtl="0" eaLnBrk="1" latinLnBrk="0" hangingPunct="1">
        <a:defRPr sz="8500" kern="1200">
          <a:solidFill>
            <a:schemeClr val="tx1"/>
          </a:solidFill>
          <a:latin typeface="+mn-lt"/>
          <a:ea typeface="+mn-ea"/>
          <a:cs typeface="+mn-cs"/>
        </a:defRPr>
      </a:lvl4pPr>
      <a:lvl5pPr marL="8596630" algn="l" defTabSz="4298315" rtl="0" eaLnBrk="1" latinLnBrk="0" hangingPunct="1">
        <a:defRPr sz="8500" kern="1200">
          <a:solidFill>
            <a:schemeClr val="tx1"/>
          </a:solidFill>
          <a:latin typeface="+mn-lt"/>
          <a:ea typeface="+mn-ea"/>
          <a:cs typeface="+mn-cs"/>
        </a:defRPr>
      </a:lvl5pPr>
      <a:lvl6pPr marL="10746105" algn="l" defTabSz="4298315" rtl="0" eaLnBrk="1" latinLnBrk="0" hangingPunct="1">
        <a:defRPr sz="8500" kern="1200">
          <a:solidFill>
            <a:schemeClr val="tx1"/>
          </a:solidFill>
          <a:latin typeface="+mn-lt"/>
          <a:ea typeface="+mn-ea"/>
          <a:cs typeface="+mn-cs"/>
        </a:defRPr>
      </a:lvl6pPr>
      <a:lvl7pPr marL="12894945" algn="l" defTabSz="4298315" rtl="0" eaLnBrk="1" latinLnBrk="0" hangingPunct="1">
        <a:defRPr sz="8500" kern="1200">
          <a:solidFill>
            <a:schemeClr val="tx1"/>
          </a:solidFill>
          <a:latin typeface="+mn-lt"/>
          <a:ea typeface="+mn-ea"/>
          <a:cs typeface="+mn-cs"/>
        </a:defRPr>
      </a:lvl7pPr>
      <a:lvl8pPr marL="15044420" algn="l" defTabSz="4298315" rtl="0" eaLnBrk="1" latinLnBrk="0" hangingPunct="1">
        <a:defRPr sz="8500" kern="1200">
          <a:solidFill>
            <a:schemeClr val="tx1"/>
          </a:solidFill>
          <a:latin typeface="+mn-lt"/>
          <a:ea typeface="+mn-ea"/>
          <a:cs typeface="+mn-cs"/>
        </a:defRPr>
      </a:lvl8pPr>
      <a:lvl9pPr marL="17193895" algn="l" defTabSz="4298315" rtl="0" eaLnBrk="1" latinLnBrk="0" hangingPunct="1">
        <a:defRPr sz="8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p:cNvPicPr>
            <a:picLocks noChangeAspect="1"/>
          </p:cNvPicPr>
          <p:nvPr/>
        </p:nvPicPr>
        <p:blipFill>
          <a:blip r:embed="rId1"/>
          <a:stretch>
            <a:fillRect/>
          </a:stretch>
        </p:blipFill>
        <p:spPr>
          <a:xfrm>
            <a:off x="611505" y="12957175"/>
            <a:ext cx="14287500" cy="6294120"/>
          </a:xfrm>
          <a:prstGeom prst="rect">
            <a:avLst/>
          </a:prstGeom>
        </p:spPr>
      </p:pic>
      <p:sp>
        <p:nvSpPr>
          <p:cNvPr id="2" name="Text Placeholder 1"/>
          <p:cNvSpPr>
            <a:spLocks noGrp="1"/>
          </p:cNvSpPr>
          <p:nvPr>
            <p:ph type="body" sz="quarter" idx="10"/>
          </p:nvPr>
        </p:nvSpPr>
        <p:spPr>
          <a:xfrm>
            <a:off x="623691" y="6351522"/>
            <a:ext cx="14299153" cy="5401945"/>
          </a:xfrm>
        </p:spPr>
        <p:txBody>
          <a:bodyPr/>
          <a:lstStyle/>
          <a:p>
            <a:pPr algn="just">
              <a:lnSpc>
                <a:spcPct val="100000"/>
              </a:lnSpc>
            </a:pPr>
            <a:r>
              <a:rPr lang="en-US" altLang="en-US" sz="3500" b="1" dirty="0"/>
              <a:t>Input:</a:t>
            </a:r>
            <a:r>
              <a:rPr lang="en-US" altLang="en-US" sz="3500" dirty="0"/>
              <a:t> The system takes three reference images of the same target object captured from different viewpoints (e.g., front/side/angled views) to define the object’s appearance, along with a drone-recorded video sequence in which the object appears.</a:t>
            </a:r>
            <a:endParaRPr lang="en-US" altLang="en-US" sz="3500" dirty="0"/>
          </a:p>
          <a:p>
            <a:pPr algn="just">
              <a:lnSpc>
                <a:spcPct val="100000"/>
              </a:lnSpc>
            </a:pPr>
            <a:r>
              <a:rPr lang="en-US" altLang="en-US" sz="3500" b="1" dirty="0"/>
              <a:t>Output</a:t>
            </a:r>
            <a:r>
              <a:rPr lang="en-US" altLang="en-US" sz="3500" dirty="0"/>
              <a:t>: For each processed video, the system outputs the predicted location of the target object as bounding boxes over time. Detections are stored frame-by-frame (e.g., [..., x1, y1, x2, y2, ...]) and exported in the required submission.json format.</a:t>
            </a:r>
            <a:endParaRPr lang="en-US" altLang="en-US" sz="3500" dirty="0"/>
          </a:p>
        </p:txBody>
      </p:sp>
      <p:sp>
        <p:nvSpPr>
          <p:cNvPr id="3" name="Text Placeholder 2"/>
          <p:cNvSpPr>
            <a:spLocks noGrp="1"/>
          </p:cNvSpPr>
          <p:nvPr>
            <p:ph type="body" sz="quarter" idx="11"/>
          </p:nvPr>
        </p:nvSpPr>
        <p:spPr/>
        <p:txBody>
          <a:bodyPr/>
          <a:lstStyle/>
          <a:p>
            <a:r>
              <a:rPr lang="en-US" dirty="0"/>
              <a:t>INPUT / OUTPUT</a:t>
            </a:r>
            <a:endParaRPr lang="en-US" dirty="0"/>
          </a:p>
        </p:txBody>
      </p:sp>
      <p:sp>
        <p:nvSpPr>
          <p:cNvPr id="4" name="Text Placeholder 3"/>
          <p:cNvSpPr>
            <a:spLocks noGrp="1"/>
          </p:cNvSpPr>
          <p:nvPr>
            <p:ph type="body" sz="quarter" idx="20"/>
          </p:nvPr>
        </p:nvSpPr>
        <p:spPr/>
        <p:txBody>
          <a:bodyPr/>
          <a:lstStyle/>
          <a:p>
            <a:r>
              <a:rPr lang="en-US" dirty="0"/>
              <a:t>SYSTEM ARCHITECTURE / PIPLELINE</a:t>
            </a:r>
            <a:endParaRPr lang="en-US" dirty="0"/>
          </a:p>
        </p:txBody>
      </p:sp>
      <p:sp>
        <p:nvSpPr>
          <p:cNvPr id="5" name="Text Placeholder 4"/>
          <p:cNvSpPr>
            <a:spLocks noGrp="1"/>
          </p:cNvSpPr>
          <p:nvPr>
            <p:ph type="body" sz="quarter" idx="25"/>
          </p:nvPr>
        </p:nvSpPr>
        <p:spPr/>
        <p:txBody>
          <a:bodyPr/>
          <a:lstStyle/>
          <a:p>
            <a:r>
              <a:rPr lang="en-US" dirty="0"/>
              <a:t>Task 2</a:t>
            </a:r>
            <a:endParaRPr lang="en-US" dirty="0"/>
          </a:p>
        </p:txBody>
      </p:sp>
      <p:sp>
        <p:nvSpPr>
          <p:cNvPr id="6" name="Text Placeholder 5"/>
          <p:cNvSpPr>
            <a:spLocks noGrp="1"/>
          </p:cNvSpPr>
          <p:nvPr>
            <p:ph type="body" sz="quarter" idx="26"/>
          </p:nvPr>
        </p:nvSpPr>
        <p:spPr>
          <a:xfrm>
            <a:off x="15353665" y="14567535"/>
            <a:ext cx="14287500" cy="5175885"/>
          </a:xfrm>
        </p:spPr>
        <p:txBody>
          <a:bodyPr>
            <a:noAutofit/>
          </a:bodyPr>
          <a:lstStyle/>
          <a:p>
            <a:r>
              <a:rPr lang="en-US" altLang="en-US" b="1"/>
              <a:t>Goal</a:t>
            </a:r>
            <a:r>
              <a:rPr lang="en-US" altLang="en-US"/>
              <a:t>: Maintain a stable bounding box during short detection dropouts to reduce flicker and prevent track loss.</a:t>
            </a:r>
            <a:endParaRPr lang="en-US" altLang="en-US"/>
          </a:p>
          <a:p>
            <a:r>
              <a:rPr lang="en-US" altLang="en-US" b="1"/>
              <a:t>Description</a:t>
            </a:r>
            <a:r>
              <a:rPr lang="en-US" altLang="en-US"/>
              <a:t>: When a frame is missed, estimate velocity from the last two valid bboxes and extrapolate the bbox center forward (with a gain). Progressively shrink bbox size using a linear schedule with a minimum scale floor. If the bbox is near an image border, switch to exit-aware mode by anchoring to the touched side and shrinking primarily along the exit direction (horizontal/vertical/corner). Clamp the bbox to image bounds, ensure non-degenerate width/height, and stop filling when max-miss is reached, the predicted center leaves a safety margin, or the area drops below a ratio threshold (fade-out).</a:t>
            </a:r>
            <a:endParaRPr lang="en-US" altLang="en-US"/>
          </a:p>
        </p:txBody>
      </p:sp>
      <p:sp>
        <p:nvSpPr>
          <p:cNvPr id="7" name="Text Placeholder 6"/>
          <p:cNvSpPr>
            <a:spLocks noGrp="1"/>
          </p:cNvSpPr>
          <p:nvPr>
            <p:ph type="body" sz="quarter" idx="27"/>
          </p:nvPr>
        </p:nvSpPr>
        <p:spPr>
          <a:xfrm>
            <a:off x="15126286" y="20160658"/>
            <a:ext cx="14283756" cy="734849"/>
          </a:xfrm>
        </p:spPr>
        <p:txBody>
          <a:bodyPr/>
          <a:lstStyle/>
          <a:p>
            <a:r>
              <a:rPr lang="en-US" dirty="0"/>
              <a:t>EXPERIMENTS</a:t>
            </a:r>
            <a:endParaRPr lang="en-US" dirty="0"/>
          </a:p>
        </p:txBody>
      </p:sp>
      <p:sp>
        <p:nvSpPr>
          <p:cNvPr id="9" name="Text Placeholder 8"/>
          <p:cNvSpPr>
            <a:spLocks noGrp="1"/>
          </p:cNvSpPr>
          <p:nvPr>
            <p:ph type="body" sz="quarter" idx="29"/>
          </p:nvPr>
        </p:nvSpPr>
        <p:spPr>
          <a:xfrm>
            <a:off x="15137130" y="26667264"/>
            <a:ext cx="14276605" cy="734849"/>
          </a:xfrm>
        </p:spPr>
        <p:txBody>
          <a:bodyPr/>
          <a:lstStyle/>
          <a:p>
            <a:r>
              <a:rPr lang="en-US" dirty="0"/>
              <a:t>CONCLUSIONS</a:t>
            </a:r>
            <a:endParaRPr lang="en-US" dirty="0"/>
          </a:p>
        </p:txBody>
      </p:sp>
      <p:sp>
        <p:nvSpPr>
          <p:cNvPr id="10" name="Text Placeholder 9"/>
          <p:cNvSpPr>
            <a:spLocks noGrp="1"/>
          </p:cNvSpPr>
          <p:nvPr>
            <p:ph type="body" sz="quarter" idx="30"/>
          </p:nvPr>
        </p:nvSpPr>
        <p:spPr>
          <a:xfrm>
            <a:off x="15150208" y="28073253"/>
            <a:ext cx="14283756" cy="13701908"/>
          </a:xfrm>
        </p:spPr>
        <p:txBody>
          <a:bodyPr/>
          <a:lstStyle/>
          <a:p>
            <a:r>
              <a:rPr lang="en-US" sz="3500" dirty="0"/>
              <a:t>The detector achieves strong performance on the public test set, demonstrating that a general model can be adapted to new object categories in a few-shot setting using only three reference images per object. This validates the feasibility of prompt-/embedding-based adaptation for rapid deployment when annotated data is limited.</a:t>
            </a:r>
            <a:endParaRPr lang="en-US" sz="3500" dirty="0"/>
          </a:p>
          <a:p>
            <a:r>
              <a:rPr lang="en-US" sz="3500" dirty="0"/>
              <a:t>Despite these gains, the model remains sensitive to small targets and visually ambiguous objects, often producing false positives under cluttered backgrounds, low contrast, blur, or noisy/compressed frames. These failure modes indicate that robustness is currently bounded by scale variation and input quality, so the upstream image pipeline is as critical as the detector itself.</a:t>
            </a:r>
            <a:endParaRPr lang="en-US" sz="3500" dirty="0"/>
          </a:p>
          <a:p>
            <a:r>
              <a:rPr lang="en-US" sz="3500" dirty="0"/>
              <a:t>Future work should prioritize an end-to-end system that improves (</a:t>
            </a:r>
            <a:r>
              <a:rPr lang="en-US" sz="3500" dirty="0" err="1"/>
              <a:t>i</a:t>
            </a:r>
            <a:r>
              <a:rPr lang="en-US" sz="3500" dirty="0"/>
              <a:t>) object-centric input preprocessing (</a:t>
            </a:r>
            <a:r>
              <a:rPr lang="en-US" sz="3500" dirty="0" smtClean="0"/>
              <a:t>stabilization, </a:t>
            </a:r>
            <a:r>
              <a:rPr lang="en-US" sz="3500" dirty="0" err="1" smtClean="0"/>
              <a:t>denoising</a:t>
            </a:r>
            <a:r>
              <a:rPr lang="en-US" sz="3500" dirty="0"/>
              <a:t>, photometric normalization, and super-resolution for small objects), (ii) multi-scale/context modeling to reduce small-object noise, and (iii) scaling both model capacity and data (larger backbone/head, stronger PE fine-tuning, hard-negative mining, and realistic synthetic augmentation). In addition, systematic false-positive analysis and confidence calibration will be essential to deliver a reliable, deployable few-shot detection pipeline.</a:t>
            </a:r>
            <a:endParaRPr lang="en-US" sz="3500" dirty="0"/>
          </a:p>
          <a:p>
            <a:endParaRPr lang="en-US" sz="3500" dirty="0"/>
          </a:p>
        </p:txBody>
      </p:sp>
      <p:sp>
        <p:nvSpPr>
          <p:cNvPr id="11" name="Text Placeholder 10"/>
          <p:cNvSpPr>
            <a:spLocks noGrp="1"/>
          </p:cNvSpPr>
          <p:nvPr>
            <p:ph type="body" sz="quarter" idx="96"/>
          </p:nvPr>
        </p:nvSpPr>
        <p:spPr>
          <a:xfrm>
            <a:off x="5469255" y="13524865"/>
            <a:ext cx="4621530" cy="1062355"/>
          </a:xfrm>
        </p:spPr>
        <p:txBody>
          <a:bodyPr wrap="square"/>
          <a:lstStyle/>
          <a:p>
            <a:r>
              <a:rPr lang="en-US" sz="4000" b="1">
                <a:latin typeface="Times New Roman" panose="02020603050405020304" pitchFamily="18" charset="0"/>
              </a:rPr>
              <a:t>Data preprocessing</a:t>
            </a:r>
            <a:endParaRPr lang="en-US" sz="4000" b="1">
              <a:latin typeface="Times New Roman" panose="02020603050405020304" pitchFamily="18" charset="0"/>
            </a:endParaRPr>
          </a:p>
        </p:txBody>
      </p:sp>
      <p:sp>
        <p:nvSpPr>
          <p:cNvPr id="13" name="Text Placeholder 12"/>
          <p:cNvSpPr>
            <a:spLocks noGrp="1"/>
          </p:cNvSpPr>
          <p:nvPr>
            <p:ph type="body" sz="quarter" idx="151"/>
          </p:nvPr>
        </p:nvSpPr>
        <p:spPr>
          <a:xfrm>
            <a:off x="5382260" y="2695575"/>
            <a:ext cx="19509740" cy="691515"/>
          </a:xfrm>
        </p:spPr>
        <p:txBody>
          <a:bodyPr wrap="square"/>
          <a:lstStyle/>
          <a:p>
            <a:pPr algn="l"/>
            <a:r>
              <a:rPr lang="en-US" sz="4000" dirty="0"/>
              <a:t>Nguyễn Chí Nguyện, Võ Hoàng Minh Trí, Cao Lê Minh Khoa, Trần Thanh Dương</a:t>
            </a:r>
            <a:endParaRPr lang="en-US" sz="4000" dirty="0"/>
          </a:p>
        </p:txBody>
      </p:sp>
      <p:sp>
        <p:nvSpPr>
          <p:cNvPr id="14" name="Text Placeholder 13"/>
          <p:cNvSpPr>
            <a:spLocks noGrp="1"/>
          </p:cNvSpPr>
          <p:nvPr>
            <p:ph type="body" sz="quarter" idx="153"/>
          </p:nvPr>
        </p:nvSpPr>
        <p:spPr>
          <a:xfrm>
            <a:off x="1573530" y="1729740"/>
            <a:ext cx="27127200" cy="3068320"/>
          </a:xfrm>
        </p:spPr>
        <p:txBody>
          <a:bodyPr>
            <a:noAutofit/>
          </a:bodyPr>
          <a:lstStyle/>
          <a:p>
            <a:r>
              <a:rPr lang="en-US" sz="5000" dirty="0" err="1"/>
              <a:t>Team IUH_AIers_K16: </a:t>
            </a:r>
            <a:r>
              <a:rPr lang="en-US" altLang="en-US" sz="5000">
                <a:sym typeface="+mn-ea"/>
              </a:rPr>
              <a:t>AeroEyes - Finding and Rescuing With AI-Powered Drones</a:t>
            </a:r>
            <a:endParaRPr lang="en-US" altLang="en-US" sz="5000" b="1"/>
          </a:p>
          <a:p>
            <a:endParaRPr lang="en-US" sz="5000" dirty="0"/>
          </a:p>
        </p:txBody>
      </p:sp>
      <p:sp>
        <p:nvSpPr>
          <p:cNvPr id="15" name="Text Placeholder 14"/>
          <p:cNvSpPr>
            <a:spLocks noGrp="1"/>
          </p:cNvSpPr>
          <p:nvPr>
            <p:ph type="body" sz="quarter" idx="154"/>
          </p:nvPr>
        </p:nvSpPr>
        <p:spPr>
          <a:xfrm>
            <a:off x="635936" y="19553363"/>
            <a:ext cx="14287682" cy="732790"/>
          </a:xfrm>
        </p:spPr>
        <p:txBody>
          <a:bodyPr/>
          <a:lstStyle/>
          <a:p>
            <a:r>
              <a:rPr lang="en-US" dirty="0"/>
              <a:t>INFERENCE PIPELINE</a:t>
            </a:r>
            <a:endParaRPr lang="en-US" dirty="0"/>
          </a:p>
        </p:txBody>
      </p:sp>
      <p:sp>
        <p:nvSpPr>
          <p:cNvPr id="17" name="Text Placeholder 4"/>
          <p:cNvSpPr txBox="1"/>
          <p:nvPr/>
        </p:nvSpPr>
        <p:spPr>
          <a:xfrm>
            <a:off x="15126633" y="12768411"/>
            <a:ext cx="14287682" cy="732790"/>
          </a:xfrm>
          <a:prstGeom prst="rect">
            <a:avLst/>
          </a:prstGeom>
          <a:solidFill>
            <a:schemeClr val="accent5">
              <a:lumMod val="50000"/>
            </a:schemeClr>
          </a:solidFill>
        </p:spPr>
        <p:txBody>
          <a:bodyPr wrap="square" lIns="89551" tIns="89551" rIns="89551" bIns="89551" anchor="t" anchorCtr="0">
            <a:spAutoFit/>
          </a:bodyPr>
          <a:lstStyle>
            <a:lvl1pPr marL="0" indent="0" algn="ctr" defTabSz="4298315" rtl="0" eaLnBrk="1" latinLnBrk="0" hangingPunct="1">
              <a:spcBef>
                <a:spcPct val="20000"/>
              </a:spcBef>
              <a:buFont typeface="Arial" panose="020B0604020202020204" pitchFamily="34" charset="0"/>
              <a:buNone/>
              <a:defRPr sz="3600" b="1" u="none" kern="1200" baseline="0">
                <a:solidFill>
                  <a:schemeClr val="bg1"/>
                </a:solidFill>
                <a:latin typeface="Century Gothic" panose="020B0502020202020204" pitchFamily="34" charset="0"/>
                <a:ea typeface="+mn-ea"/>
                <a:cs typeface="+mn-cs"/>
              </a:defRPr>
            </a:lvl1pPr>
            <a:lvl2pPr marL="3492500" indent="-1343025" algn="l" defTabSz="4298315" rtl="0" eaLnBrk="1" latinLnBrk="0" hangingPunct="1">
              <a:spcBef>
                <a:spcPct val="20000"/>
              </a:spcBef>
              <a:buFont typeface="Arial" panose="020B0604020202020204" pitchFamily="34" charset="0"/>
              <a:buChar char="–"/>
              <a:defRPr sz="13300" kern="1200">
                <a:solidFill>
                  <a:schemeClr val="tx1"/>
                </a:solidFill>
                <a:latin typeface="+mn-lt"/>
                <a:ea typeface="+mn-ea"/>
                <a:cs typeface="+mn-cs"/>
              </a:defRPr>
            </a:lvl2pPr>
            <a:lvl3pPr marL="5372735" indent="-1074420" algn="l" defTabSz="4298315" rtl="0" eaLnBrk="1" latinLnBrk="0" hangingPunct="1">
              <a:spcBef>
                <a:spcPct val="20000"/>
              </a:spcBef>
              <a:buFont typeface="Arial" panose="020B0604020202020204" pitchFamily="34" charset="0"/>
              <a:buChar char="•"/>
              <a:defRPr sz="11300" kern="1200">
                <a:solidFill>
                  <a:schemeClr val="tx1"/>
                </a:solidFill>
                <a:latin typeface="+mn-lt"/>
                <a:ea typeface="+mn-ea"/>
                <a:cs typeface="+mn-cs"/>
              </a:defRPr>
            </a:lvl3pPr>
            <a:lvl4pPr marL="7522210"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4pPr>
            <a:lvl5pPr marL="9671685"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5pPr>
            <a:lvl6pPr marL="11820525"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6pPr>
            <a:lvl7pPr marL="13970000"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7pPr>
            <a:lvl8pPr marL="16118840"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8pPr>
            <a:lvl9pPr marL="18268315"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9pPr>
          </a:lstStyle>
          <a:p>
            <a:r>
              <a:rPr lang="en-US" dirty="0"/>
              <a:t>Constant-Velocity Fill Method</a:t>
            </a:r>
            <a:endParaRPr lang="en-US" dirty="0"/>
          </a:p>
        </p:txBody>
      </p:sp>
      <p:sp>
        <p:nvSpPr>
          <p:cNvPr id="19" name="Text Placeholder 14"/>
          <p:cNvSpPr txBox="1"/>
          <p:nvPr/>
        </p:nvSpPr>
        <p:spPr>
          <a:xfrm>
            <a:off x="597535" y="26667264"/>
            <a:ext cx="14287682" cy="734849"/>
          </a:xfrm>
          <a:prstGeom prst="rect">
            <a:avLst/>
          </a:prstGeom>
          <a:solidFill>
            <a:schemeClr val="accent5">
              <a:lumMod val="50000"/>
            </a:schemeClr>
          </a:solidFill>
        </p:spPr>
        <p:txBody>
          <a:bodyPr wrap="square" lIns="89551" tIns="89551" rIns="89551" bIns="89551" anchor="t" anchorCtr="0">
            <a:spAutoFit/>
          </a:bodyPr>
          <a:lstStyle>
            <a:lvl1pPr marL="0" indent="0" algn="ctr" defTabSz="4298315" rtl="0" eaLnBrk="1" latinLnBrk="0" hangingPunct="1">
              <a:spcBef>
                <a:spcPct val="20000"/>
              </a:spcBef>
              <a:buFont typeface="Arial" panose="020B0604020202020204" pitchFamily="34" charset="0"/>
              <a:buNone/>
              <a:defRPr sz="3600" b="1" u="none" kern="1200" baseline="0">
                <a:solidFill>
                  <a:schemeClr val="bg1"/>
                </a:solidFill>
                <a:latin typeface="Century Gothic" panose="020B0502020202020204" pitchFamily="34" charset="0"/>
                <a:ea typeface="+mn-ea"/>
                <a:cs typeface="+mn-cs"/>
              </a:defRPr>
            </a:lvl1pPr>
            <a:lvl2pPr marL="3492500" indent="-1343025" algn="l" defTabSz="4298315" rtl="0" eaLnBrk="1" latinLnBrk="0" hangingPunct="1">
              <a:spcBef>
                <a:spcPct val="20000"/>
              </a:spcBef>
              <a:buFont typeface="Arial" panose="020B0604020202020204" pitchFamily="34" charset="0"/>
              <a:buChar char="–"/>
              <a:defRPr sz="13300" kern="1200">
                <a:solidFill>
                  <a:schemeClr val="tx1"/>
                </a:solidFill>
                <a:latin typeface="+mn-lt"/>
                <a:ea typeface="+mn-ea"/>
                <a:cs typeface="+mn-cs"/>
              </a:defRPr>
            </a:lvl2pPr>
            <a:lvl3pPr marL="5372735" indent="-1074420" algn="l" defTabSz="4298315" rtl="0" eaLnBrk="1" latinLnBrk="0" hangingPunct="1">
              <a:spcBef>
                <a:spcPct val="20000"/>
              </a:spcBef>
              <a:buFont typeface="Arial" panose="020B0604020202020204" pitchFamily="34" charset="0"/>
              <a:buChar char="•"/>
              <a:defRPr sz="11300" kern="1200">
                <a:solidFill>
                  <a:schemeClr val="tx1"/>
                </a:solidFill>
                <a:latin typeface="+mn-lt"/>
                <a:ea typeface="+mn-ea"/>
                <a:cs typeface="+mn-cs"/>
              </a:defRPr>
            </a:lvl3pPr>
            <a:lvl4pPr marL="7522210"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4pPr>
            <a:lvl5pPr marL="9671685"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5pPr>
            <a:lvl6pPr marL="11820525"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6pPr>
            <a:lvl7pPr marL="13970000"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7pPr>
            <a:lvl8pPr marL="16118840"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8pPr>
            <a:lvl9pPr marL="18268315"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9pPr>
          </a:lstStyle>
          <a:p>
            <a:r>
              <a:rPr lang="en-US" dirty="0" smtClean="0"/>
              <a:t>TRAINING YOLO PIPELINE</a:t>
            </a:r>
            <a:endParaRPr lang="en-US" dirty="0"/>
          </a:p>
        </p:txBody>
      </p:sp>
      <p:sp>
        <p:nvSpPr>
          <p:cNvPr id="20" name="Text Placeholder 15"/>
          <p:cNvSpPr txBox="1"/>
          <p:nvPr/>
        </p:nvSpPr>
        <p:spPr>
          <a:xfrm>
            <a:off x="611171" y="28821175"/>
            <a:ext cx="14287682" cy="897605"/>
          </a:xfrm>
          <a:prstGeom prst="rect">
            <a:avLst/>
          </a:prstGeom>
        </p:spPr>
        <p:txBody>
          <a:bodyPr wrap="square" lIns="223877" tIns="223877" rIns="223877" bIns="223877" anchor="t" anchorCtr="0">
            <a:spAutoFit/>
          </a:bodyPr>
          <a:lstStyle>
            <a:lvl1pPr marL="0" indent="0" algn="l" defTabSz="4298315" rtl="0" eaLnBrk="1" latinLnBrk="0" hangingPunct="1">
              <a:spcBef>
                <a:spcPct val="20000"/>
              </a:spcBef>
              <a:buFont typeface="Arial" panose="020B0604020202020204" pitchFamily="34" charset="0"/>
              <a:buNone/>
              <a:defRPr sz="2800" kern="1200">
                <a:solidFill>
                  <a:schemeClr val="accent5">
                    <a:lumMod val="50000"/>
                  </a:schemeClr>
                </a:solidFill>
                <a:latin typeface="Century Gothic" panose="020B0502020202020204" pitchFamily="34" charset="0"/>
                <a:ea typeface="+mn-ea"/>
                <a:cs typeface="Times New Roman" panose="02020603050405020304" pitchFamily="18" charset="0"/>
              </a:defRPr>
            </a:lvl1pPr>
            <a:lvl2pPr marL="1455420" indent="-559435" algn="l" defTabSz="4298315" rtl="0" eaLnBrk="1" latinLnBrk="0" hangingPunct="1">
              <a:spcBef>
                <a:spcPct val="20000"/>
              </a:spcBef>
              <a:buFont typeface="Arial" panose="020B0604020202020204" pitchFamily="34" charset="0"/>
              <a:buChar char="–"/>
              <a:defRPr sz="2500" kern="1200">
                <a:solidFill>
                  <a:schemeClr val="tx1"/>
                </a:solidFill>
                <a:latin typeface="Trebuchet MS" panose="020B0603020202020204" pitchFamily="34" charset="0"/>
                <a:ea typeface="+mn-ea"/>
                <a:cs typeface="+mn-cs"/>
              </a:defRPr>
            </a:lvl2pPr>
            <a:lvl3pPr marL="2014855" indent="-559435" algn="l" defTabSz="4298315" rtl="0" eaLnBrk="1" latinLnBrk="0" hangingPunct="1">
              <a:spcBef>
                <a:spcPct val="20000"/>
              </a:spcBef>
              <a:buFont typeface="Arial" panose="020B0604020202020204" pitchFamily="34" charset="0"/>
              <a:buChar char="•"/>
              <a:defRPr sz="2500" kern="1200">
                <a:solidFill>
                  <a:schemeClr val="tx1"/>
                </a:solidFill>
                <a:latin typeface="Trebuchet MS" panose="020B0603020202020204" pitchFamily="34" charset="0"/>
                <a:ea typeface="+mn-ea"/>
                <a:cs typeface="+mn-cs"/>
              </a:defRPr>
            </a:lvl3pPr>
            <a:lvl4pPr marL="2630805" indent="-615950" algn="l" defTabSz="4298315" rtl="0" eaLnBrk="1" latinLnBrk="0" hangingPunct="1">
              <a:spcBef>
                <a:spcPct val="20000"/>
              </a:spcBef>
              <a:buFont typeface="Arial" panose="020B0604020202020204" pitchFamily="34" charset="0"/>
              <a:buChar char="–"/>
              <a:defRPr sz="2500" kern="1200">
                <a:solidFill>
                  <a:schemeClr val="tx1"/>
                </a:solidFill>
                <a:latin typeface="Trebuchet MS" panose="020B0603020202020204" pitchFamily="34" charset="0"/>
                <a:ea typeface="+mn-ea"/>
                <a:cs typeface="+mn-cs"/>
              </a:defRPr>
            </a:lvl4pPr>
            <a:lvl5pPr marL="3078480" indent="-447675" algn="l" defTabSz="4298315" rtl="0" eaLnBrk="1" latinLnBrk="0" hangingPunct="1">
              <a:spcBef>
                <a:spcPct val="20000"/>
              </a:spcBef>
              <a:buFont typeface="Arial" panose="020B0604020202020204" pitchFamily="34" charset="0"/>
              <a:buChar char="»"/>
              <a:defRPr sz="2500" kern="1200">
                <a:solidFill>
                  <a:schemeClr val="tx1"/>
                </a:solidFill>
                <a:latin typeface="Trebuchet MS" panose="020B0603020202020204" pitchFamily="34" charset="0"/>
                <a:ea typeface="+mn-ea"/>
                <a:cs typeface="+mn-cs"/>
              </a:defRPr>
            </a:lvl5pPr>
            <a:lvl6pPr marL="11820525"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6pPr>
            <a:lvl7pPr marL="13970000"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7pPr>
            <a:lvl8pPr marL="16118840"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8pPr>
            <a:lvl9pPr marL="18268315"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9pPr>
          </a:lstStyle>
          <a:p>
            <a:endParaRPr lang="en-US"/>
          </a:p>
        </p:txBody>
      </p:sp>
      <p:sp>
        <p:nvSpPr>
          <p:cNvPr id="22" name="Text Placeholder 15"/>
          <p:cNvSpPr txBox="1"/>
          <p:nvPr/>
        </p:nvSpPr>
        <p:spPr>
          <a:xfrm>
            <a:off x="611171" y="34026602"/>
            <a:ext cx="14287682" cy="897605"/>
          </a:xfrm>
          <a:prstGeom prst="rect">
            <a:avLst/>
          </a:prstGeom>
        </p:spPr>
        <p:txBody>
          <a:bodyPr wrap="square" lIns="223877" tIns="223877" rIns="223877" bIns="223877" anchor="t" anchorCtr="0">
            <a:spAutoFit/>
          </a:bodyPr>
          <a:lstStyle>
            <a:lvl1pPr marL="0" indent="0" algn="l" defTabSz="4298315" rtl="0" eaLnBrk="1" latinLnBrk="0" hangingPunct="1">
              <a:spcBef>
                <a:spcPct val="20000"/>
              </a:spcBef>
              <a:buFont typeface="Arial" panose="020B0604020202020204" pitchFamily="34" charset="0"/>
              <a:buNone/>
              <a:defRPr sz="2800" kern="1200">
                <a:solidFill>
                  <a:schemeClr val="accent5">
                    <a:lumMod val="50000"/>
                  </a:schemeClr>
                </a:solidFill>
                <a:latin typeface="Century Gothic" panose="020B0502020202020204" pitchFamily="34" charset="0"/>
                <a:ea typeface="+mn-ea"/>
                <a:cs typeface="Times New Roman" panose="02020603050405020304" pitchFamily="18" charset="0"/>
              </a:defRPr>
            </a:lvl1pPr>
            <a:lvl2pPr marL="1455420" indent="-559435" algn="l" defTabSz="4298315" rtl="0" eaLnBrk="1" latinLnBrk="0" hangingPunct="1">
              <a:spcBef>
                <a:spcPct val="20000"/>
              </a:spcBef>
              <a:buFont typeface="Arial" panose="020B0604020202020204" pitchFamily="34" charset="0"/>
              <a:buChar char="–"/>
              <a:defRPr sz="2500" kern="1200">
                <a:solidFill>
                  <a:schemeClr val="tx1"/>
                </a:solidFill>
                <a:latin typeface="Trebuchet MS" panose="020B0603020202020204" pitchFamily="34" charset="0"/>
                <a:ea typeface="+mn-ea"/>
                <a:cs typeface="+mn-cs"/>
              </a:defRPr>
            </a:lvl2pPr>
            <a:lvl3pPr marL="2014855" indent="-559435" algn="l" defTabSz="4298315" rtl="0" eaLnBrk="1" latinLnBrk="0" hangingPunct="1">
              <a:spcBef>
                <a:spcPct val="20000"/>
              </a:spcBef>
              <a:buFont typeface="Arial" panose="020B0604020202020204" pitchFamily="34" charset="0"/>
              <a:buChar char="•"/>
              <a:defRPr sz="2500" kern="1200">
                <a:solidFill>
                  <a:schemeClr val="tx1"/>
                </a:solidFill>
                <a:latin typeface="Trebuchet MS" panose="020B0603020202020204" pitchFamily="34" charset="0"/>
                <a:ea typeface="+mn-ea"/>
                <a:cs typeface="+mn-cs"/>
              </a:defRPr>
            </a:lvl3pPr>
            <a:lvl4pPr marL="2630805" indent="-615950" algn="l" defTabSz="4298315" rtl="0" eaLnBrk="1" latinLnBrk="0" hangingPunct="1">
              <a:spcBef>
                <a:spcPct val="20000"/>
              </a:spcBef>
              <a:buFont typeface="Arial" panose="020B0604020202020204" pitchFamily="34" charset="0"/>
              <a:buChar char="–"/>
              <a:defRPr sz="2500" kern="1200">
                <a:solidFill>
                  <a:schemeClr val="tx1"/>
                </a:solidFill>
                <a:latin typeface="Trebuchet MS" panose="020B0603020202020204" pitchFamily="34" charset="0"/>
                <a:ea typeface="+mn-ea"/>
                <a:cs typeface="+mn-cs"/>
              </a:defRPr>
            </a:lvl4pPr>
            <a:lvl5pPr marL="3078480" indent="-447675" algn="l" defTabSz="4298315" rtl="0" eaLnBrk="1" latinLnBrk="0" hangingPunct="1">
              <a:spcBef>
                <a:spcPct val="20000"/>
              </a:spcBef>
              <a:buFont typeface="Arial" panose="020B0604020202020204" pitchFamily="34" charset="0"/>
              <a:buChar char="»"/>
              <a:defRPr sz="2500" kern="1200">
                <a:solidFill>
                  <a:schemeClr val="tx1"/>
                </a:solidFill>
                <a:latin typeface="Trebuchet MS" panose="020B0603020202020204" pitchFamily="34" charset="0"/>
                <a:ea typeface="+mn-ea"/>
                <a:cs typeface="+mn-cs"/>
              </a:defRPr>
            </a:lvl5pPr>
            <a:lvl6pPr marL="11820525"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6pPr>
            <a:lvl7pPr marL="13970000"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7pPr>
            <a:lvl8pPr marL="16118840"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8pPr>
            <a:lvl9pPr marL="18268315"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9pPr>
          </a:lstStyle>
          <a:p>
            <a:endParaRPr lang="en-US"/>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3530" y="27855491"/>
            <a:ext cx="12348947" cy="12024148"/>
          </a:xfrm>
          <a:prstGeom prst="rect">
            <a:avLst/>
          </a:prstGeom>
        </p:spPr>
      </p:pic>
      <p:pic>
        <p:nvPicPr>
          <p:cNvPr id="18" name="Picture 17"/>
          <p:cNvPicPr>
            <a:picLocks noChangeAspect="1"/>
          </p:cNvPicPr>
          <p:nvPr/>
        </p:nvPicPr>
        <p:blipFill>
          <a:blip r:embed="rId3"/>
          <a:stretch>
            <a:fillRect/>
          </a:stretch>
        </p:blipFill>
        <p:spPr>
          <a:xfrm>
            <a:off x="14884978" y="21148897"/>
            <a:ext cx="13910010" cy="5518976"/>
          </a:xfrm>
          <a:prstGeom prst="rect">
            <a:avLst/>
          </a:prstGeom>
        </p:spPr>
      </p:pic>
      <p:sp>
        <p:nvSpPr>
          <p:cNvPr id="8" name="Text Placeholder 4"/>
          <p:cNvSpPr txBox="1"/>
          <p:nvPr/>
        </p:nvSpPr>
        <p:spPr>
          <a:xfrm>
            <a:off x="15150763" y="6005661"/>
            <a:ext cx="14287682" cy="732790"/>
          </a:xfrm>
          <a:prstGeom prst="rect">
            <a:avLst/>
          </a:prstGeom>
          <a:solidFill>
            <a:schemeClr val="accent5">
              <a:lumMod val="50000"/>
            </a:schemeClr>
          </a:solidFill>
        </p:spPr>
        <p:txBody>
          <a:bodyPr wrap="square" lIns="89551" tIns="89551" rIns="89551" bIns="89551" anchor="t" anchorCtr="0">
            <a:spAutoFit/>
          </a:bodyPr>
          <a:lstStyle>
            <a:lvl1pPr marL="0" indent="0" algn="ctr" defTabSz="4298315" rtl="0" eaLnBrk="1" latinLnBrk="0" hangingPunct="1">
              <a:spcBef>
                <a:spcPct val="20000"/>
              </a:spcBef>
              <a:buFont typeface="Arial" panose="020B0604020202020204" pitchFamily="34" charset="0"/>
              <a:buNone/>
              <a:defRPr sz="3600" b="1" u="none" kern="1200" baseline="0">
                <a:solidFill>
                  <a:schemeClr val="bg1"/>
                </a:solidFill>
                <a:latin typeface="Century Gothic" panose="020B0502020202020204" pitchFamily="34" charset="0"/>
                <a:ea typeface="+mn-ea"/>
                <a:cs typeface="+mn-cs"/>
              </a:defRPr>
            </a:lvl1pPr>
            <a:lvl2pPr marL="3492500" indent="-1343025" algn="l" defTabSz="4298315" rtl="0" eaLnBrk="1" latinLnBrk="0" hangingPunct="1">
              <a:spcBef>
                <a:spcPct val="20000"/>
              </a:spcBef>
              <a:buFont typeface="Arial" panose="020B0604020202020204" pitchFamily="34" charset="0"/>
              <a:buChar char="–"/>
              <a:defRPr sz="13300" kern="1200">
                <a:solidFill>
                  <a:schemeClr val="tx1"/>
                </a:solidFill>
                <a:latin typeface="+mn-lt"/>
                <a:ea typeface="+mn-ea"/>
                <a:cs typeface="+mn-cs"/>
              </a:defRPr>
            </a:lvl2pPr>
            <a:lvl3pPr marL="5372735" indent="-1074420" algn="l" defTabSz="4298315" rtl="0" eaLnBrk="1" latinLnBrk="0" hangingPunct="1">
              <a:spcBef>
                <a:spcPct val="20000"/>
              </a:spcBef>
              <a:buFont typeface="Arial" panose="020B0604020202020204" pitchFamily="34" charset="0"/>
              <a:buChar char="•"/>
              <a:defRPr sz="11300" kern="1200">
                <a:solidFill>
                  <a:schemeClr val="tx1"/>
                </a:solidFill>
                <a:latin typeface="+mn-lt"/>
                <a:ea typeface="+mn-ea"/>
                <a:cs typeface="+mn-cs"/>
              </a:defRPr>
            </a:lvl3pPr>
            <a:lvl4pPr marL="7522210"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4pPr>
            <a:lvl5pPr marL="9671685"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5pPr>
            <a:lvl6pPr marL="11820525"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6pPr>
            <a:lvl7pPr marL="13970000"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7pPr>
            <a:lvl8pPr marL="16118840"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8pPr>
            <a:lvl9pPr marL="18268315"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9pPr>
          </a:lstStyle>
          <a:p>
            <a:r>
              <a:rPr lang="en-US" dirty="0"/>
              <a:t>VPE refresh( Re-prompting)</a:t>
            </a:r>
            <a:endParaRPr lang="en-US" dirty="0"/>
          </a:p>
        </p:txBody>
      </p:sp>
      <p:sp>
        <p:nvSpPr>
          <p:cNvPr id="16" name="Text Placeholder 5"/>
          <p:cNvSpPr>
            <a:spLocks noGrp="1"/>
          </p:cNvSpPr>
          <p:nvPr/>
        </p:nvSpPr>
        <p:spPr>
          <a:xfrm>
            <a:off x="15122525" y="7378700"/>
            <a:ext cx="14287500" cy="5175885"/>
          </a:xfrm>
          <a:prstGeom prst="rect">
            <a:avLst/>
          </a:prstGeom>
        </p:spPr>
        <p:txBody>
          <a:bodyPr wrap="square" lIns="223877" tIns="223877" rIns="223877" bIns="223877" anchor="t" anchorCtr="0">
            <a:noAutofit/>
          </a:bodyPr>
          <a:lstStyle>
            <a:lvl1pPr marL="0" indent="0" algn="l" defTabSz="4298315" rtl="0" eaLnBrk="1" latinLnBrk="0" hangingPunct="1">
              <a:spcBef>
                <a:spcPct val="20000"/>
              </a:spcBef>
              <a:buFont typeface="Arial" panose="020B0604020202020204" pitchFamily="34" charset="0"/>
              <a:buNone/>
              <a:defRPr sz="2800" kern="1200">
                <a:solidFill>
                  <a:schemeClr val="accent5">
                    <a:lumMod val="50000"/>
                  </a:schemeClr>
                </a:solidFill>
                <a:latin typeface="Century Gothic" panose="020B0502020202020204" pitchFamily="34" charset="0"/>
                <a:ea typeface="+mn-ea"/>
                <a:cs typeface="Times New Roman" panose="02020603050405020304" pitchFamily="18" charset="0"/>
              </a:defRPr>
            </a:lvl1pPr>
            <a:lvl2pPr marL="1455420" indent="-559435" algn="l" defTabSz="4298315" rtl="0" eaLnBrk="1" latinLnBrk="0" hangingPunct="1">
              <a:spcBef>
                <a:spcPct val="20000"/>
              </a:spcBef>
              <a:buFont typeface="Arial" panose="020B0604020202020204" pitchFamily="34" charset="0"/>
              <a:buChar char="–"/>
              <a:defRPr sz="2500" kern="1200">
                <a:solidFill>
                  <a:schemeClr val="tx1"/>
                </a:solidFill>
                <a:latin typeface="Trebuchet MS" panose="020B0603020202020204" pitchFamily="34" charset="0"/>
                <a:ea typeface="+mn-ea"/>
                <a:cs typeface="+mn-cs"/>
              </a:defRPr>
            </a:lvl2pPr>
            <a:lvl3pPr marL="2014855" indent="-559435" algn="l" defTabSz="4298315" rtl="0" eaLnBrk="1" latinLnBrk="0" hangingPunct="1">
              <a:spcBef>
                <a:spcPct val="20000"/>
              </a:spcBef>
              <a:buFont typeface="Arial" panose="020B0604020202020204" pitchFamily="34" charset="0"/>
              <a:buChar char="•"/>
              <a:defRPr sz="2500" kern="1200">
                <a:solidFill>
                  <a:schemeClr val="tx1"/>
                </a:solidFill>
                <a:latin typeface="Trebuchet MS" panose="020B0603020202020204" pitchFamily="34" charset="0"/>
                <a:ea typeface="+mn-ea"/>
                <a:cs typeface="+mn-cs"/>
              </a:defRPr>
            </a:lvl3pPr>
            <a:lvl4pPr marL="2630805" indent="-615950" algn="l" defTabSz="4298315" rtl="0" eaLnBrk="1" latinLnBrk="0" hangingPunct="1">
              <a:spcBef>
                <a:spcPct val="20000"/>
              </a:spcBef>
              <a:buFont typeface="Arial" panose="020B0604020202020204" pitchFamily="34" charset="0"/>
              <a:buChar char="–"/>
              <a:defRPr sz="2500" kern="1200">
                <a:solidFill>
                  <a:schemeClr val="tx1"/>
                </a:solidFill>
                <a:latin typeface="Trebuchet MS" panose="020B0603020202020204" pitchFamily="34" charset="0"/>
                <a:ea typeface="+mn-ea"/>
                <a:cs typeface="+mn-cs"/>
              </a:defRPr>
            </a:lvl4pPr>
            <a:lvl5pPr marL="3078480" indent="-447675" algn="l" defTabSz="4298315" rtl="0" eaLnBrk="1" latinLnBrk="0" hangingPunct="1">
              <a:spcBef>
                <a:spcPct val="20000"/>
              </a:spcBef>
              <a:buFont typeface="Arial" panose="020B0604020202020204" pitchFamily="34" charset="0"/>
              <a:buChar char="»"/>
              <a:defRPr sz="2500" kern="1200">
                <a:solidFill>
                  <a:schemeClr val="tx1"/>
                </a:solidFill>
                <a:latin typeface="Trebuchet MS" panose="020B0603020202020204" pitchFamily="34" charset="0"/>
                <a:ea typeface="+mn-ea"/>
                <a:cs typeface="+mn-cs"/>
              </a:defRPr>
            </a:lvl5pPr>
            <a:lvl6pPr marL="11820525"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6pPr>
            <a:lvl7pPr marL="13970000"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7pPr>
            <a:lvl8pPr marL="16118840"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8pPr>
            <a:lvl9pPr marL="18268315" indent="-1074420" algn="l" defTabSz="4298315" rtl="0" eaLnBrk="1" latinLnBrk="0" hangingPunct="1">
              <a:spcBef>
                <a:spcPct val="20000"/>
              </a:spcBef>
              <a:buFont typeface="Arial" panose="020B0604020202020204" pitchFamily="34" charset="0"/>
              <a:buChar char="•"/>
              <a:defRPr sz="9500" kern="1200">
                <a:solidFill>
                  <a:schemeClr val="tx1"/>
                </a:solidFill>
                <a:latin typeface="+mn-lt"/>
                <a:ea typeface="+mn-ea"/>
                <a:cs typeface="+mn-cs"/>
              </a:defRPr>
            </a:lvl9pPr>
          </a:lstStyle>
          <a:p>
            <a:r>
              <a:rPr lang="en-US" altLang="en-US" b="1"/>
              <a:t>Goal</a:t>
            </a:r>
            <a:r>
              <a:rPr lang="en-US" altLang="en-US"/>
              <a:t>: Provide YOLOE with a high-quality, precise visual prompt that best represents the target object, so the VPE encodes the correct identity and suppresses background/noise matches.</a:t>
            </a:r>
            <a:endParaRPr lang="en-US" altLang="en-US"/>
          </a:p>
          <a:p>
            <a:r>
              <a:rPr lang="en-US" altLang="en-US" b="1"/>
              <a:t>Description</a:t>
            </a:r>
            <a:r>
              <a:rPr lang="en-US" altLang="en-US"/>
              <a:t>: Re-prompting runs only after a detection passes the gating policy. The accepted crop is added to a small, bounded prompt pool that keeps only high-quality samples. On refresh, the pool is used to rebuild the visual prompt embedding and immediately update YOLOE for subsequent frames. Low-quality candidates are rejected to prevent drift, and re-prompting can be frozen once the prompt pool is consistently strong.</a:t>
            </a:r>
            <a:endParaRPr lang="en-US" altLang="en-US"/>
          </a:p>
          <a:p>
            <a:endParaRPr lang="en-US" altLang="en-US"/>
          </a:p>
        </p:txBody>
      </p:sp>
      <p:pic>
        <p:nvPicPr>
          <p:cNvPr id="23" name="Picture 22"/>
          <p:cNvPicPr>
            <a:picLocks noChangeAspect="1"/>
          </p:cNvPicPr>
          <p:nvPr/>
        </p:nvPicPr>
        <p:blipFill>
          <a:blip r:embed="rId4"/>
          <a:stretch>
            <a:fillRect/>
          </a:stretch>
        </p:blipFill>
        <p:spPr>
          <a:xfrm>
            <a:off x="509270" y="20150455"/>
            <a:ext cx="14375765" cy="6105525"/>
          </a:xfrm>
          <a:prstGeom prst="rect">
            <a:avLst/>
          </a:prstGeom>
        </p:spPr>
      </p:pic>
    </p:spTree>
  </p:cSld>
  <p:clrMapOvr>
    <a:masterClrMapping/>
  </p:clrMapOvr>
</p:sld>
</file>

<file path=ppt/theme/theme1.xml><?xml version="1.0" encoding="utf-8"?>
<a:theme xmlns:a="http://schemas.openxmlformats.org/drawingml/2006/main" name="100CMx140CM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800" dirty="0">
            <a:latin typeface="Times New Roman" panose="02020603050405020304" pitchFamily="18" charset="0"/>
            <a:cs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Without guides">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800" dirty="0">
            <a:latin typeface="Times New Roman" panose="02020603050405020304" pitchFamily="18" charset="0"/>
            <a:cs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PosterPresentations.com-100CMx140CM</Template>
  <TotalTime>0</TotalTime>
  <Words>3438</Words>
  <Application>WPS Presentation</Application>
  <PresentationFormat>Custom</PresentationFormat>
  <Paragraphs>40</Paragraphs>
  <Slides>1</Slides>
  <Notes>1</Notes>
  <HiddenSlides>0</HiddenSlides>
  <MMClips>0</MMClips>
  <ScaleCrop>false</ScaleCrop>
  <HeadingPairs>
    <vt:vector size="6" baseType="variant">
      <vt:variant>
        <vt:lpstr>已用的字体</vt:lpstr>
      </vt:variant>
      <vt:variant>
        <vt:i4>12</vt:i4>
      </vt:variant>
      <vt:variant>
        <vt:lpstr>主题</vt:lpstr>
      </vt:variant>
      <vt:variant>
        <vt:i4>3</vt:i4>
      </vt:variant>
      <vt:variant>
        <vt:lpstr>幻灯片标题</vt:lpstr>
      </vt:variant>
      <vt:variant>
        <vt:i4>1</vt:i4>
      </vt:variant>
    </vt:vector>
  </HeadingPairs>
  <TitlesOfParts>
    <vt:vector size="16" baseType="lpstr">
      <vt:lpstr>Arial</vt:lpstr>
      <vt:lpstr>SimSun</vt:lpstr>
      <vt:lpstr>Wingdings</vt:lpstr>
      <vt:lpstr>Times New Roman</vt:lpstr>
      <vt:lpstr>Arial Black</vt:lpstr>
      <vt:lpstr>Trebuchet MS</vt:lpstr>
      <vt:lpstr>Arial</vt:lpstr>
      <vt:lpstr>Century Gothic</vt:lpstr>
      <vt:lpstr>Calibri</vt:lpstr>
      <vt:lpstr>Microsoft YaHei</vt:lpstr>
      <vt:lpstr>Arial Unicode MS</vt:lpstr>
      <vt:lpstr>Calibri Light</vt:lpstr>
      <vt:lpstr>100CMx140CM template</vt:lpstr>
      <vt:lpstr>Custom Design</vt:lpstr>
      <vt:lpstr>Without guides</vt:lpstr>
      <vt:lpstr>PowerPoint 演示文稿</vt:lpstr>
    </vt:vector>
  </TitlesOfParts>
  <Company>Canterbury Media Services, Inc. </Company>
  <LinksUpToDate>false</LinksUpToDate>
  <SharedDoc>false</SharedDoc>
  <HyperlinksChanged>false</HyperlinksChanged>
  <AppVersion>14.0000</AppVersion>
  <Manager>A. Kotoulas</Manager>
  <HyperlinkBase>https://www.posterpresentations.com/free-poster-templates.html</HyperlinkBase>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A0 PowerPoint Presentation</dc:title>
  <dc:creator>PosterPresentations.com</dc:creator>
  <cp:keywords>A0 Powerpoint poster template, scientific poster template, research poster template </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
</dc:description>
  <dc:subject>Research poster presentation template</dc:subject>
  <cp:category>Research poster templates </cp:category>
  <cp:lastModifiedBy>Trí Võ</cp:lastModifiedBy>
  <cp:revision>62</cp:revision>
  <cp:lastPrinted>2022-12-06T03:34:00Z</cp:lastPrinted>
  <dcterms:created xsi:type="dcterms:W3CDTF">2012-02-10T00:21:00Z</dcterms:created>
  <dcterms:modified xsi:type="dcterms:W3CDTF">2025-12-17T03:26:33Z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E4AD810007974318945E6FA930920DA3_12</vt:lpwstr>
  </property>
  <property fmtid="{D5CDD505-2E9C-101B-9397-08002B2CF9AE}" pid="3" name="KSOProductBuildVer">
    <vt:lpwstr>1033-12.2.0.23155</vt:lpwstr>
  </property>
</Properties>
</file>